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8"/>
  </p:notesMasterIdLst>
  <p:handoutMasterIdLst>
    <p:handoutMasterId r:id="rId19"/>
  </p:handoutMasterIdLst>
  <p:sldIdLst>
    <p:sldId id="317" r:id="rId5"/>
    <p:sldId id="307" r:id="rId6"/>
    <p:sldId id="309" r:id="rId7"/>
    <p:sldId id="278" r:id="rId8"/>
    <p:sldId id="320" r:id="rId9"/>
    <p:sldId id="263" r:id="rId10"/>
    <p:sldId id="319" r:id="rId11"/>
    <p:sldId id="321" r:id="rId12"/>
    <p:sldId id="322" r:id="rId13"/>
    <p:sldId id="324" r:id="rId14"/>
    <p:sldId id="325" r:id="rId15"/>
    <p:sldId id="326" r:id="rId16"/>
    <p:sldId id="327"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3748F52-F607-44EE-BE19-60F465F11721}">
          <p14:sldIdLst>
            <p14:sldId id="317"/>
            <p14:sldId id="307"/>
          </p14:sldIdLst>
        </p14:section>
        <p14:section name="Untitled Section" id="{CF0BB13A-B937-431E-9009-1D44B37107CF}">
          <p14:sldIdLst>
            <p14:sldId id="309"/>
            <p14:sldId id="278"/>
            <p14:sldId id="320"/>
            <p14:sldId id="263"/>
            <p14:sldId id="319"/>
            <p14:sldId id="321"/>
            <p14:sldId id="322"/>
            <p14:sldId id="324"/>
            <p14:sldId id="325"/>
            <p14:sldId id="326"/>
            <p14:sldId id="327"/>
          </p14:sldIdLst>
        </p14:section>
      </p14:sectionLst>
    </p:ex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36A58"/>
    <a:srgbClr val="505A47"/>
    <a:srgbClr val="D1D8B7"/>
    <a:srgbClr val="A09D79"/>
    <a:srgbClr val="AD5C4D"/>
    <a:srgbClr val="543E35"/>
    <a:srgbClr val="637700"/>
    <a:srgbClr val="FFF4ED"/>
    <a:srgbClr val="5E6A76"/>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D5ABB26-0587-4C30-8999-92F81FD0307C}">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838" autoAdjust="0"/>
    <p:restoredTop sz="95033" autoAdjust="0"/>
  </p:normalViewPr>
  <p:slideViewPr>
    <p:cSldViewPr snapToGrid="0">
      <p:cViewPr varScale="1">
        <p:scale>
          <a:sx n="82" d="100"/>
          <a:sy n="82" d="100"/>
        </p:scale>
        <p:origin x="725" y="53"/>
      </p:cViewPr>
      <p:guideLst>
        <p:guide orient="horz" pos="528"/>
        <p:guide pos="3864"/>
        <p:guide orient="horz" pos="1272"/>
        <p:guide orient="horz" pos="2312"/>
        <p:guide orient="horz" pos="1944"/>
        <p:guide orient="horz" pos="2328"/>
      </p:guideLst>
    </p:cSldViewPr>
  </p:slideViewPr>
  <p:outlineViewPr>
    <p:cViewPr>
      <p:scale>
        <a:sx n="33" d="100"/>
        <a:sy n="33" d="100"/>
      </p:scale>
      <p:origin x="0" y="-10800"/>
    </p:cViewPr>
  </p:outlineViewPr>
  <p:notesTextViewPr>
    <p:cViewPr>
      <p:scale>
        <a:sx n="135" d="100"/>
        <a:sy n="135" d="100"/>
      </p:scale>
      <p:origin x="0" y="0"/>
    </p:cViewPr>
  </p:notesTextViewPr>
  <p:sorterViewPr>
    <p:cViewPr>
      <p:scale>
        <a:sx n="100" d="100"/>
        <a:sy n="100" d="100"/>
      </p:scale>
      <p:origin x="0" y="-7325"/>
    </p:cViewPr>
  </p:sorter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man Jain" userId="5b67e195f31b7095" providerId="LiveId" clId="{B42AB742-8174-409A-9A14-34368FFDFE46}"/>
    <pc:docChg chg="undo redo custSel addSld delSld modSld modSection">
      <pc:chgData name="Naman Jain" userId="5b67e195f31b7095" providerId="LiveId" clId="{B42AB742-8174-409A-9A14-34368FFDFE46}" dt="2026-06-12T10:50:08.508" v="21" actId="1036"/>
      <pc:docMkLst>
        <pc:docMk/>
      </pc:docMkLst>
      <pc:sldChg chg="del">
        <pc:chgData name="Naman Jain" userId="5b67e195f31b7095" providerId="LiveId" clId="{B42AB742-8174-409A-9A14-34368FFDFE46}" dt="2026-06-12T10:48:11.401" v="0" actId="2696"/>
        <pc:sldMkLst>
          <pc:docMk/>
          <pc:sldMk cId="1152828385" sldId="304"/>
        </pc:sldMkLst>
      </pc:sldChg>
      <pc:sldChg chg="modSp mod">
        <pc:chgData name="Naman Jain" userId="5b67e195f31b7095" providerId="LiveId" clId="{B42AB742-8174-409A-9A14-34368FFDFE46}" dt="2026-06-12T10:50:08.508" v="21" actId="1036"/>
        <pc:sldMkLst>
          <pc:docMk/>
          <pc:sldMk cId="1338167130" sldId="317"/>
        </pc:sldMkLst>
        <pc:spChg chg="mod">
          <ac:chgData name="Naman Jain" userId="5b67e195f31b7095" providerId="LiveId" clId="{B42AB742-8174-409A-9A14-34368FFDFE46}" dt="2026-06-12T10:50:08.508" v="21" actId="1036"/>
          <ac:spMkLst>
            <pc:docMk/>
            <pc:sldMk cId="1338167130" sldId="317"/>
            <ac:spMk id="3" creationId="{B45A4A65-E8B8-40CF-7ABD-97EA8FA97521}"/>
          </ac:spMkLst>
        </pc:spChg>
      </pc:sldChg>
      <pc:sldChg chg="modSp new mod">
        <pc:chgData name="Naman Jain" userId="5b67e195f31b7095" providerId="LiveId" clId="{B42AB742-8174-409A-9A14-34368FFDFE46}" dt="2026-06-12T10:49:28.996" v="18" actId="1076"/>
        <pc:sldMkLst>
          <pc:docMk/>
          <pc:sldMk cId="3089231084" sldId="327"/>
        </pc:sldMkLst>
        <pc:spChg chg="mod">
          <ac:chgData name="Naman Jain" userId="5b67e195f31b7095" providerId="LiveId" clId="{B42AB742-8174-409A-9A14-34368FFDFE46}" dt="2026-06-12T10:49:28.996" v="18" actId="1076"/>
          <ac:spMkLst>
            <pc:docMk/>
            <pc:sldMk cId="3089231084" sldId="327"/>
            <ac:spMk id="2" creationId="{BB67872E-FCCE-1A49-C2E7-9D6823B4E7D9}"/>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6/12/2026</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6/12/2026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2165-AECD-AC0B-0A46-19E82DC25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0EBC2-FFC3-2482-86CA-A129EAAABB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704D6B-CA75-C920-89B4-EA8B79E6D4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C1BFD7-3F26-AFD4-F030-DBE1AE11C1D7}"/>
              </a:ext>
            </a:extLst>
          </p:cNvPr>
          <p:cNvSpPr>
            <a:spLocks noGrp="1"/>
          </p:cNvSpPr>
          <p:nvPr>
            <p:ph type="sldNum" sz="quarter" idx="5"/>
          </p:nvPr>
        </p:nvSpPr>
        <p:spPr/>
        <p:txBody>
          <a:bodyPr/>
          <a:lstStyle/>
          <a:p>
            <a:fld id="{7C366290-4595-5745-A50F-D5EC13BAC604}" type="slidenum">
              <a:rPr lang="en-US" noProof="0" smtClean="0"/>
              <a:t>1</a:t>
            </a:fld>
            <a:endParaRPr lang="en-US" noProof="0" dirty="0"/>
          </a:p>
        </p:txBody>
      </p:sp>
    </p:spTree>
    <p:extLst>
      <p:ext uri="{BB962C8B-B14F-4D97-AF65-F5344CB8AC3E}">
        <p14:creationId xmlns:p14="http://schemas.microsoft.com/office/powerpoint/2010/main" val="75031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a:t>
            </a:fld>
            <a:endParaRPr lang="en-US" noProof="0" dirty="0"/>
          </a:p>
        </p:txBody>
      </p:sp>
    </p:spTree>
    <p:extLst>
      <p:ext uri="{BB962C8B-B14F-4D97-AF65-F5344CB8AC3E}">
        <p14:creationId xmlns:p14="http://schemas.microsoft.com/office/powerpoint/2010/main" val="14675416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3</a:t>
            </a:fld>
            <a:endParaRPr lang="en-US" noProof="0" dirty="0"/>
          </a:p>
        </p:txBody>
      </p:sp>
    </p:spTree>
    <p:extLst>
      <p:ext uri="{BB962C8B-B14F-4D97-AF65-F5344CB8AC3E}">
        <p14:creationId xmlns:p14="http://schemas.microsoft.com/office/powerpoint/2010/main" val="873663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4</a:t>
            </a:fld>
            <a:endParaRPr lang="en-US" noProof="0" dirty="0"/>
          </a:p>
        </p:txBody>
      </p:sp>
    </p:spTree>
    <p:extLst>
      <p:ext uri="{BB962C8B-B14F-4D97-AF65-F5344CB8AC3E}">
        <p14:creationId xmlns:p14="http://schemas.microsoft.com/office/powerpoint/2010/main" val="6740918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6</a:t>
            </a:fld>
            <a:endParaRPr lang="en-US" noProof="0" dirty="0"/>
          </a:p>
        </p:txBody>
      </p:sp>
    </p:spTree>
    <p:extLst>
      <p:ext uri="{BB962C8B-B14F-4D97-AF65-F5344CB8AC3E}">
        <p14:creationId xmlns:p14="http://schemas.microsoft.com/office/powerpoint/2010/main" val="23081334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 uri="{C183D7F6-B498-43B3-948B-1728B52AA6E4}">
                <adec:decorative xmlns:adec="http://schemas.microsoft.com/office/drawing/2017/decorative" val="1"/>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 uri="{C183D7F6-B498-43B3-948B-1728B52AA6E4}">
                <adec:decorative xmlns:adec="http://schemas.microsoft.com/office/drawing/2017/decorative" val="1"/>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 uri="{C183D7F6-B498-43B3-948B-1728B52AA6E4}">
                <adec:decorative xmlns:adec="http://schemas.microsoft.com/office/drawing/2017/decorative" val="1"/>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84B8E19A-569B-855B-EBF8-C02F2998ABC8}"/>
              </a:ext>
              <a:ext uri="{C183D7F6-B498-43B3-948B-1728B52AA6E4}">
                <adec:decorative xmlns:adec="http://schemas.microsoft.com/office/drawing/2017/decorative" val="1"/>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915924" y="914400"/>
            <a:ext cx="10360152" cy="5029200"/>
          </a:xfrm>
        </p:spPr>
        <p:txBody>
          <a:bodyPr anchor="ctr"/>
          <a:lstStyle>
            <a:lvl1pPr algn="ctr">
              <a:defRPr sz="4800"/>
            </a:lvl1pPr>
          </a:lstStyle>
          <a:p>
            <a:r>
              <a:rPr lang="en-US" dirty="0"/>
              <a:t>click to add title</a:t>
            </a:r>
          </a:p>
        </p:txBody>
      </p:sp>
    </p:spTree>
    <p:extLst>
      <p:ext uri="{BB962C8B-B14F-4D97-AF65-F5344CB8AC3E}">
        <p14:creationId xmlns:p14="http://schemas.microsoft.com/office/powerpoint/2010/main" val="747404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2">
    <p:bg>
      <p:bgPr>
        <a:solidFill>
          <a:schemeClr val="bg2"/>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941984E2-3225-05D3-3A3D-9D5F5840ED60}"/>
              </a:ext>
              <a:ext uri="{C183D7F6-B498-43B3-948B-1728B52AA6E4}">
                <adec:decorative xmlns:adec="http://schemas.microsoft.com/office/drawing/2017/decorative" val="1"/>
              </a:ext>
            </a:extLst>
          </p:cNvPr>
          <p:cNvSpPr/>
          <p:nvPr userDrawn="1"/>
        </p:nvSpPr>
        <p:spPr>
          <a:xfrm>
            <a:off x="-10955" y="0"/>
            <a:ext cx="6558260" cy="6858000"/>
          </a:xfrm>
          <a:custGeom>
            <a:avLst/>
            <a:gdLst>
              <a:gd name="connsiteX0" fmla="*/ 0 w 6558260"/>
              <a:gd name="connsiteY0" fmla="*/ 0 h 6858000"/>
              <a:gd name="connsiteX1" fmla="*/ 5115438 w 6558260"/>
              <a:gd name="connsiteY1" fmla="*/ 0 h 6858000"/>
              <a:gd name="connsiteX2" fmla="*/ 5238365 w 6558260"/>
              <a:gd name="connsiteY2" fmla="*/ 66359 h 6858000"/>
              <a:gd name="connsiteX3" fmla="*/ 6291520 w 6558260"/>
              <a:gd name="connsiteY3" fmla="*/ 1269725 h 6858000"/>
              <a:gd name="connsiteX4" fmla="*/ 6458331 w 6558260"/>
              <a:gd name="connsiteY4" fmla="*/ 3184523 h 6858000"/>
              <a:gd name="connsiteX5" fmla="*/ 5040408 w 6558260"/>
              <a:gd name="connsiteY5" fmla="*/ 4821851 h 6858000"/>
              <a:gd name="connsiteX6" fmla="*/ 4308904 w 6558260"/>
              <a:gd name="connsiteY6" fmla="*/ 5001158 h 6858000"/>
              <a:gd name="connsiteX7" fmla="*/ 2788379 w 6558260"/>
              <a:gd name="connsiteY7" fmla="*/ 5605778 h 6858000"/>
              <a:gd name="connsiteX8" fmla="*/ 1789804 w 6558260"/>
              <a:gd name="connsiteY8" fmla="*/ 6672529 h 6858000"/>
              <a:gd name="connsiteX9" fmla="*/ 1681243 w 6558260"/>
              <a:gd name="connsiteY9" fmla="*/ 6840787 h 6858000"/>
              <a:gd name="connsiteX10" fmla="*/ 1670576 w 6558260"/>
              <a:gd name="connsiteY10" fmla="*/ 6858000 h 6858000"/>
              <a:gd name="connsiteX11" fmla="*/ 0 w 655826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58260" h="6858000">
                <a:moveTo>
                  <a:pt x="0" y="0"/>
                </a:moveTo>
                <a:lnTo>
                  <a:pt x="5115438" y="0"/>
                </a:lnTo>
                <a:lnTo>
                  <a:pt x="5238365" y="66359"/>
                </a:lnTo>
                <a:cubicBezTo>
                  <a:pt x="5682224" y="338566"/>
                  <a:pt x="6040902" y="730462"/>
                  <a:pt x="6291520" y="1269725"/>
                </a:cubicBezTo>
                <a:cubicBezTo>
                  <a:pt x="6564184" y="1856367"/>
                  <a:pt x="6642164" y="2496371"/>
                  <a:pt x="6458331" y="3184523"/>
                </a:cubicBezTo>
                <a:cubicBezTo>
                  <a:pt x="6242848" y="3991449"/>
                  <a:pt x="5757187" y="4528124"/>
                  <a:pt x="5040408" y="4821851"/>
                </a:cubicBezTo>
                <a:cubicBezTo>
                  <a:pt x="4800781" y="4920015"/>
                  <a:pt x="4554699" y="4955733"/>
                  <a:pt x="4308904" y="5001158"/>
                </a:cubicBezTo>
                <a:cubicBezTo>
                  <a:pt x="3777583" y="5099178"/>
                  <a:pt x="3264096" y="5274085"/>
                  <a:pt x="2788379" y="5605778"/>
                </a:cubicBezTo>
                <a:cubicBezTo>
                  <a:pt x="2387773" y="5884873"/>
                  <a:pt x="2065959" y="6252666"/>
                  <a:pt x="1789804" y="6672529"/>
                </a:cubicBezTo>
                <a:cubicBezTo>
                  <a:pt x="1751257" y="6731138"/>
                  <a:pt x="1715181" y="6787110"/>
                  <a:pt x="1681243" y="6840787"/>
                </a:cubicBezTo>
                <a:lnTo>
                  <a:pt x="167057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070813B7-403A-9A3E-5E5C-44C1680DE4C3}"/>
              </a:ext>
              <a:ext uri="{C183D7F6-B498-43B3-948B-1728B52AA6E4}">
                <adec:decorative xmlns:adec="http://schemas.microsoft.com/office/drawing/2017/decorative" val="1"/>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 uri="{C183D7F6-B498-43B3-948B-1728B52AA6E4}">
                <adec:decorative xmlns:adec="http://schemas.microsoft.com/office/drawing/2017/decorative" val="1"/>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 uri="{C183D7F6-B498-43B3-948B-1728B52AA6E4}">
                <adec:decorative xmlns:adec="http://schemas.microsoft.com/office/drawing/2017/decorative" val="1"/>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1001467" y="914400"/>
            <a:ext cx="5641848" cy="5029200"/>
          </a:xfrm>
        </p:spPr>
        <p:txBody>
          <a:bodyPr anchor="ctr" anchorCtr="0"/>
          <a:lstStyle>
            <a:lvl1pPr algn="l">
              <a:defRPr sz="3200">
                <a:solidFill>
                  <a:schemeClr val="accent1"/>
                </a:solidFill>
              </a:defRPr>
            </a:lvl1pPr>
          </a:lstStyle>
          <a:p>
            <a:r>
              <a:rPr lang="en-US" dirty="0"/>
              <a:t>click to add title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hasCustomPrompt="1"/>
          </p:nvPr>
        </p:nvSpPr>
        <p:spPr>
          <a:xfrm>
            <a:off x="6868956" y="1143000"/>
            <a:ext cx="4190999" cy="4679830"/>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7057562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2">
    <p:bg>
      <p:bgPr>
        <a:solidFill>
          <a:schemeClr val="bg2"/>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6890132-DB42-A903-1EAB-CA29D3F04340}"/>
              </a:ext>
            </a:extLst>
          </p:cNvPr>
          <p:cNvSpPr>
            <a:spLocks noGrp="1"/>
          </p:cNvSpPr>
          <p:nvPr>
            <p:ph type="title" hasCustomPrompt="1"/>
          </p:nvPr>
        </p:nvSpPr>
        <p:spPr>
          <a:xfrm>
            <a:off x="914400" y="914400"/>
            <a:ext cx="5641848" cy="5029200"/>
          </a:xfrm>
        </p:spPr>
        <p:txBody>
          <a:bodyPr anchor="ctr"/>
          <a:lstStyle>
            <a:lvl1pPr>
              <a:lnSpc>
                <a:spcPct val="75000"/>
              </a:lnSpc>
              <a:defRPr sz="4800"/>
            </a:lvl1pPr>
          </a:lstStyle>
          <a:p>
            <a:r>
              <a:rPr lang="en-US" dirty="0"/>
              <a:t>click to add title</a:t>
            </a:r>
          </a:p>
        </p:txBody>
      </p:sp>
      <p:pic>
        <p:nvPicPr>
          <p:cNvPr id="9" name="Picture 8">
            <a:extLst>
              <a:ext uri="{FF2B5EF4-FFF2-40B4-BE49-F238E27FC236}">
                <a16:creationId xmlns:a16="http://schemas.microsoft.com/office/drawing/2014/main" id="{B5ED90D1-D640-D115-6711-35DE812FC014}"/>
              </a:ext>
              <a:ext uri="{C183D7F6-B498-43B3-948B-1728B52AA6E4}">
                <adec:decorative xmlns:adec="http://schemas.microsoft.com/office/drawing/2017/decorative" val="1"/>
              </a:ext>
            </a:extLst>
          </p:cNvPr>
          <p:cNvPicPr>
            <a:picLocks noChangeAspect="1"/>
          </p:cNvPicPr>
          <p:nvPr userDrawn="1"/>
        </p:nvPicPr>
        <p:blipFill rotWithShape="1">
          <a:blip r:embed="rId2">
            <a:alphaModFix/>
          </a:blip>
          <a:srcRect r="30186" b="9728"/>
          <a:stretch/>
        </p:blipFill>
        <p:spPr>
          <a:xfrm>
            <a:off x="6768197" y="1875319"/>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 uri="{C183D7F6-B498-43B3-948B-1728B52AA6E4}">
                <adec:decorative xmlns:adec="http://schemas.microsoft.com/office/drawing/2017/decorative" val="1"/>
              </a:ext>
            </a:extLst>
          </p:cNvPr>
          <p:cNvSpPr/>
          <p:nvPr userDrawn="1"/>
        </p:nvSpPr>
        <p:spPr>
          <a:xfrm>
            <a:off x="6867286" y="1"/>
            <a:ext cx="5324716" cy="6417732"/>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401941" y="0"/>
            <a:ext cx="4790059" cy="6587067"/>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t">
            <a:noAutofit/>
          </a:bodyPr>
          <a:lstStyle>
            <a:lvl1pPr marL="0" indent="0" algn="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3659711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solidFill>
          <a:schemeClr val="bg2"/>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24A04BE-9BA3-80DD-EE68-A8B8BA08532B}"/>
              </a:ext>
              <a:ext uri="{C183D7F6-B498-43B3-948B-1728B52AA6E4}">
                <adec:decorative xmlns:adec="http://schemas.microsoft.com/office/drawing/2017/decorative" val="1"/>
              </a:ext>
            </a:extLst>
          </p:cNvPr>
          <p:cNvSpPr/>
          <p:nvPr userDrawn="1"/>
        </p:nvSpPr>
        <p:spPr>
          <a:xfrm>
            <a:off x="6918777" y="0"/>
            <a:ext cx="5288935" cy="6857999"/>
          </a:xfrm>
          <a:custGeom>
            <a:avLst/>
            <a:gdLst>
              <a:gd name="connsiteX0" fmla="*/ 5288935 w 5288935"/>
              <a:gd name="connsiteY0" fmla="*/ 5846993 h 6857999"/>
              <a:gd name="connsiteX1" fmla="*/ 5288935 w 5288935"/>
              <a:gd name="connsiteY1" fmla="*/ 6857999 h 6857999"/>
              <a:gd name="connsiteX2" fmla="*/ 4837168 w 5288935"/>
              <a:gd name="connsiteY2" fmla="*/ 6857999 h 6857999"/>
              <a:gd name="connsiteX3" fmla="*/ 4970284 w 5288935"/>
              <a:gd name="connsiteY3" fmla="*/ 6566499 h 6857999"/>
              <a:gd name="connsiteX4" fmla="*/ 5151893 w 5288935"/>
              <a:gd name="connsiteY4" fmla="*/ 6167371 h 6857999"/>
              <a:gd name="connsiteX5" fmla="*/ 13164 w 5288935"/>
              <a:gd name="connsiteY5" fmla="*/ 0 h 6857999"/>
              <a:gd name="connsiteX6" fmla="*/ 5288935 w 5288935"/>
              <a:gd name="connsiteY6" fmla="*/ 0 h 6857999"/>
              <a:gd name="connsiteX7" fmla="*/ 5288935 w 5288935"/>
              <a:gd name="connsiteY7" fmla="*/ 3411849 h 6857999"/>
              <a:gd name="connsiteX8" fmla="*/ 5247557 w 5288935"/>
              <a:gd name="connsiteY8" fmla="*/ 3366169 h 6857999"/>
              <a:gd name="connsiteX9" fmla="*/ 333189 w 5288935"/>
              <a:gd name="connsiteY9" fmla="*/ 1342399 h 6857999"/>
              <a:gd name="connsiteX10" fmla="*/ 10627 w 5288935"/>
              <a:gd name="connsiteY10"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8935" h="6857999">
                <a:moveTo>
                  <a:pt x="5288935" y="5846993"/>
                </a:moveTo>
                <a:lnTo>
                  <a:pt x="5288935" y="6857999"/>
                </a:lnTo>
                <a:lnTo>
                  <a:pt x="4837168" y="6857999"/>
                </a:lnTo>
                <a:lnTo>
                  <a:pt x="4970284" y="6566499"/>
                </a:lnTo>
                <a:cubicBezTo>
                  <a:pt x="5031407" y="6433649"/>
                  <a:pt x="5092600" y="6300408"/>
                  <a:pt x="5151893" y="6167371"/>
                </a:cubicBezTo>
                <a:close/>
                <a:moveTo>
                  <a:pt x="13164" y="0"/>
                </a:moveTo>
                <a:lnTo>
                  <a:pt x="5288935" y="0"/>
                </a:lnTo>
                <a:lnTo>
                  <a:pt x="5288935" y="3411849"/>
                </a:lnTo>
                <a:lnTo>
                  <a:pt x="5247557" y="3366169"/>
                </a:lnTo>
                <a:cubicBezTo>
                  <a:pt x="4159360" y="2292541"/>
                  <a:pt x="1405487" y="3120418"/>
                  <a:pt x="333189" y="1342399"/>
                </a:cubicBezTo>
                <a:cubicBezTo>
                  <a:pt x="249159" y="1202652"/>
                  <a:pt x="-60917" y="673160"/>
                  <a:pt x="10627" y="17156"/>
                </a:cubicBezTo>
                <a:close/>
              </a:path>
            </a:pathLst>
          </a:custGeom>
          <a:solidFill>
            <a:schemeClr val="accent4">
              <a:alpha val="50242"/>
            </a:schemeClr>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 uri="{C183D7F6-B498-43B3-948B-1728B52AA6E4}">
                <adec:decorative xmlns:adec="http://schemas.microsoft.com/office/drawing/2017/decorative" val="1"/>
              </a:ext>
            </a:extLst>
          </p:cNvPr>
          <p:cNvSpPr/>
          <p:nvPr userDrawn="1"/>
        </p:nvSpPr>
        <p:spPr>
          <a:xfrm rot="10800000" flipH="1">
            <a:off x="0" y="-26179"/>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 uri="{C183D7F6-B498-43B3-948B-1728B52AA6E4}">
                <adec:decorative xmlns:adec="http://schemas.microsoft.com/office/drawing/2017/decorative" val="1"/>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852384F4-F6AD-F668-A66B-AEFD70995F3B}"/>
              </a:ext>
            </a:extLst>
          </p:cNvPr>
          <p:cNvSpPr>
            <a:spLocks noGrp="1"/>
          </p:cNvSpPr>
          <p:nvPr>
            <p:ph type="title" hasCustomPrompt="1"/>
          </p:nvPr>
        </p:nvSpPr>
        <p:spPr>
          <a:xfrm>
            <a:off x="5827205" y="914400"/>
            <a:ext cx="5449824" cy="3538728"/>
          </a:xfrm>
        </p:spPr>
        <p:txBody>
          <a:bodyPr anchor="b"/>
          <a:lstStyle>
            <a:lvl1pPr>
              <a:lnSpc>
                <a:spcPct val="75000"/>
              </a:lnSpc>
              <a:defRPr sz="4800">
                <a:solidFill>
                  <a:schemeClr val="tx1"/>
                </a:solidFill>
              </a:defRPr>
            </a:lvl1pPr>
          </a:lstStyle>
          <a:p>
            <a:r>
              <a:rPr lang="en-US" dirty="0"/>
              <a:t>click to add title</a:t>
            </a:r>
          </a:p>
        </p:txBody>
      </p:sp>
      <p:sp>
        <p:nvSpPr>
          <p:cNvPr id="5" name="Picture Placeholder 4">
            <a:extLst>
              <a:ext uri="{FF2B5EF4-FFF2-40B4-BE49-F238E27FC236}">
                <a16:creationId xmlns:a16="http://schemas.microsoft.com/office/drawing/2014/main" id="{1AA0A37B-4C20-7766-0623-4E06EA6A5C83}"/>
              </a:ext>
            </a:extLst>
          </p:cNvPr>
          <p:cNvSpPr>
            <a:spLocks noGrp="1"/>
          </p:cNvSpPr>
          <p:nvPr>
            <p:ph type="pic" sz="quarter" idx="11"/>
          </p:nvPr>
        </p:nvSpPr>
        <p:spPr>
          <a:xfrm>
            <a:off x="-1" y="261780"/>
            <a:ext cx="5046134" cy="659622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wrap="square" tIns="914400">
            <a:noAutofit/>
          </a:bodyPr>
          <a:lstStyle>
            <a:lvl1pPr marL="0" indent="0">
              <a:buNone/>
              <a:defRPr sz="2000">
                <a:solidFill>
                  <a:schemeClr val="tx1"/>
                </a:solidFill>
              </a:defRPr>
            </a:lvl1pPr>
          </a:lstStyle>
          <a:p>
            <a:r>
              <a:rPr lang="en-US"/>
              <a:t>Click icon to add picture</a:t>
            </a:r>
            <a:endParaRPr lang="en-US" dirty="0"/>
          </a:p>
        </p:txBody>
      </p:sp>
      <p:sp>
        <p:nvSpPr>
          <p:cNvPr id="9" name="Content Placeholder 2">
            <a:extLst>
              <a:ext uri="{FF2B5EF4-FFF2-40B4-BE49-F238E27FC236}">
                <a16:creationId xmlns:a16="http://schemas.microsoft.com/office/drawing/2014/main" id="{83E1E65B-8F03-21A6-6A59-95F0691D8856}"/>
              </a:ext>
            </a:extLst>
          </p:cNvPr>
          <p:cNvSpPr>
            <a:spLocks noGrp="1"/>
          </p:cNvSpPr>
          <p:nvPr>
            <p:ph idx="10" hasCustomPrompt="1"/>
          </p:nvPr>
        </p:nvSpPr>
        <p:spPr>
          <a:xfrm>
            <a:off x="5827204" y="4681728"/>
            <a:ext cx="5449824" cy="1280160"/>
          </a:xfrm>
        </p:spPr>
        <p:txBody>
          <a:bodyPr>
            <a:noAutofit/>
          </a:bodyPr>
          <a:lstStyle>
            <a:lvl1pPr marL="0" indent="0">
              <a:buFont typeface="Courier New" panose="02070309020205020404" pitchFamily="49" charset="0"/>
              <a:buNone/>
              <a:defRPr sz="2400" b="0" cap="all" baseline="0"/>
            </a:lvl1pPr>
            <a:lvl2pPr>
              <a:defRPr sz="2400"/>
            </a:lvl2pPr>
            <a:lvl3pPr>
              <a:defRPr sz="2400"/>
            </a:lvl3pPr>
            <a:lvl4pPr>
              <a:defRPr sz="2400"/>
            </a:lvl4pPr>
            <a:lvl5pPr>
              <a:defRPr sz="2400"/>
            </a:lvl5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222344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7">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8639877-C4A6-4E44-C600-FE3C6CD5F187}"/>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9" name="Freeform: Shape 8">
              <a:extLst>
                <a:ext uri="{FF2B5EF4-FFF2-40B4-BE49-F238E27FC236}">
                  <a16:creationId xmlns:a16="http://schemas.microsoft.com/office/drawing/2014/main" id="{F0439AA5-A7EE-A20E-BB67-D356776D0B21}"/>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9">
              <a:extLst>
                <a:ext uri="{FF2B5EF4-FFF2-40B4-BE49-F238E27FC236}">
                  <a16:creationId xmlns:a16="http://schemas.microsoft.com/office/drawing/2014/main" id="{39E752F7-61F0-6779-9E8E-3541BFF7D2CF}"/>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Title 1">
            <a:extLst>
              <a:ext uri="{FF2B5EF4-FFF2-40B4-BE49-F238E27FC236}">
                <a16:creationId xmlns:a16="http://schemas.microsoft.com/office/drawing/2014/main" id="{FA7EBEDF-950A-F10B-DA20-24FB521457FC}"/>
              </a:ext>
            </a:extLst>
          </p:cNvPr>
          <p:cNvSpPr>
            <a:spLocks noGrp="1"/>
          </p:cNvSpPr>
          <p:nvPr>
            <p:ph type="title" hasCustomPrompt="1"/>
          </p:nvPr>
        </p:nvSpPr>
        <p:spPr>
          <a:xfrm>
            <a:off x="914400" y="914400"/>
            <a:ext cx="7534656" cy="914400"/>
          </a:xfrm>
        </p:spPr>
        <p:txBody>
          <a:bodyPr anchor="b" anchorCtr="0"/>
          <a:lstStyle>
            <a:lvl1pPr>
              <a:defRPr sz="3200"/>
            </a:lvl1pPr>
          </a:lstStyle>
          <a:p>
            <a:r>
              <a:rPr lang="en-US" dirty="0"/>
              <a:t>click to add title</a:t>
            </a:r>
          </a:p>
        </p:txBody>
      </p:sp>
      <p:sp>
        <p:nvSpPr>
          <p:cNvPr id="12" name="Freeform 11">
            <a:extLst>
              <a:ext uri="{FF2B5EF4-FFF2-40B4-BE49-F238E27FC236}">
                <a16:creationId xmlns:a16="http://schemas.microsoft.com/office/drawing/2014/main" id="{6FD0E545-8D0D-B848-836A-23CEBCD6B0A5}"/>
              </a:ext>
              <a:ext uri="{C183D7F6-B498-43B3-948B-1728B52AA6E4}">
                <adec:decorative xmlns:adec="http://schemas.microsoft.com/office/drawing/2017/decorative" val="1"/>
              </a:ext>
            </a:extLst>
          </p:cNvPr>
          <p:cNvSpPr/>
          <p:nvPr userDrawn="1"/>
        </p:nvSpPr>
        <p:spPr>
          <a:xfrm rot="10800000">
            <a:off x="-1" y="5010313"/>
            <a:ext cx="3307890" cy="1876021"/>
          </a:xfrm>
          <a:custGeom>
            <a:avLst/>
            <a:gdLst>
              <a:gd name="connsiteX0" fmla="*/ 3307890 w 3307890"/>
              <a:gd name="connsiteY0" fmla="*/ 1876021 h 1876021"/>
              <a:gd name="connsiteX1" fmla="*/ 3062737 w 3307890"/>
              <a:gd name="connsiteY1" fmla="*/ 1792455 h 1876021"/>
              <a:gd name="connsiteX2" fmla="*/ 56315 w 3307890"/>
              <a:gd name="connsiteY2" fmla="*/ 110172 h 1876021"/>
              <a:gd name="connsiteX3" fmla="*/ 0 w 3307890"/>
              <a:gd name="connsiteY3" fmla="*/ 0 h 1876021"/>
              <a:gd name="connsiteX4" fmla="*/ 3307890 w 3307890"/>
              <a:gd name="connsiteY4" fmla="*/ 0 h 187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890" h="1876021">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5" name="Freeform 14">
            <a:extLst>
              <a:ext uri="{FF2B5EF4-FFF2-40B4-BE49-F238E27FC236}">
                <a16:creationId xmlns:a16="http://schemas.microsoft.com/office/drawing/2014/main" id="{7114E853-6F7C-9899-77FD-0E77D0A86207}"/>
              </a:ext>
              <a:ext uri="{C183D7F6-B498-43B3-948B-1728B52AA6E4}">
                <adec:decorative xmlns:adec="http://schemas.microsoft.com/office/drawing/2017/decorative" val="1"/>
              </a:ext>
            </a:extLst>
          </p:cNvPr>
          <p:cNvSpPr/>
          <p:nvPr userDrawn="1"/>
        </p:nvSpPr>
        <p:spPr>
          <a:xfrm rot="10800000">
            <a:off x="9394047" y="4650286"/>
            <a:ext cx="1859768" cy="2207713"/>
          </a:xfrm>
          <a:custGeom>
            <a:avLst/>
            <a:gdLst>
              <a:gd name="connsiteX0" fmla="*/ 0 w 1859768"/>
              <a:gd name="connsiteY0" fmla="*/ 118614 h 2207713"/>
              <a:gd name="connsiteX1" fmla="*/ 0 w 1859768"/>
              <a:gd name="connsiteY1" fmla="*/ 29419 h 2207713"/>
              <a:gd name="connsiteX2" fmla="*/ 16244 w 1859768"/>
              <a:gd name="connsiteY2" fmla="*/ 0 h 2207713"/>
              <a:gd name="connsiteX3" fmla="*/ 68915 w 1859768"/>
              <a:gd name="connsiteY3" fmla="*/ 0 h 2207713"/>
              <a:gd name="connsiteX4" fmla="*/ 1715656 w 1859768"/>
              <a:gd name="connsiteY4" fmla="*/ 494800 h 2207713"/>
              <a:gd name="connsiteX5" fmla="*/ 1683714 w 1859768"/>
              <a:gd name="connsiteY5" fmla="*/ 491216 h 2207713"/>
              <a:gd name="connsiteX6" fmla="*/ 1337678 w 1859768"/>
              <a:gd name="connsiteY6" fmla="*/ 431097 h 2207713"/>
              <a:gd name="connsiteX7" fmla="*/ 950852 w 1859768"/>
              <a:gd name="connsiteY7" fmla="*/ 31845 h 2207713"/>
              <a:gd name="connsiteX8" fmla="*/ 938957 w 1859768"/>
              <a:gd name="connsiteY8" fmla="*/ 0 h 2207713"/>
              <a:gd name="connsiteX9" fmla="*/ 1152830 w 1859768"/>
              <a:gd name="connsiteY9" fmla="*/ 0 h 2207713"/>
              <a:gd name="connsiteX10" fmla="*/ 1267279 w 1859768"/>
              <a:gd name="connsiteY10" fmla="*/ 105940 h 2207713"/>
              <a:gd name="connsiteX11" fmla="*/ 1390620 w 1859768"/>
              <a:gd name="connsiteY11" fmla="*/ 219990 h 2207713"/>
              <a:gd name="connsiteX12" fmla="*/ 1376706 w 1859768"/>
              <a:gd name="connsiteY12" fmla="*/ 237482 h 2207713"/>
              <a:gd name="connsiteX13" fmla="*/ 1213653 w 1859768"/>
              <a:gd name="connsiteY13" fmla="*/ 110730 h 2207713"/>
              <a:gd name="connsiteX14" fmla="*/ 1013214 w 1859768"/>
              <a:gd name="connsiteY14" fmla="*/ 4927 h 2207713"/>
              <a:gd name="connsiteX15" fmla="*/ 1634702 w 1859768"/>
              <a:gd name="connsiteY15" fmla="*/ 427133 h 2207713"/>
              <a:gd name="connsiteX16" fmla="*/ 1297389 w 1859768"/>
              <a:gd name="connsiteY16" fmla="*/ 8655 h 2207713"/>
              <a:gd name="connsiteX17" fmla="*/ 1259059 w 1859768"/>
              <a:gd name="connsiteY17" fmla="*/ 0 h 2207713"/>
              <a:gd name="connsiteX18" fmla="*/ 1410415 w 1859768"/>
              <a:gd name="connsiteY18" fmla="*/ 0 h 2207713"/>
              <a:gd name="connsiteX19" fmla="*/ 1499716 w 1859768"/>
              <a:gd name="connsiteY19" fmla="*/ 66646 h 2207713"/>
              <a:gd name="connsiteX20" fmla="*/ 1637128 w 1859768"/>
              <a:gd name="connsiteY20" fmla="*/ 256403 h 2207713"/>
              <a:gd name="connsiteX21" fmla="*/ 1744255 w 1859768"/>
              <a:gd name="connsiteY21" fmla="*/ 480278 h 2207713"/>
              <a:gd name="connsiteX22" fmla="*/ 1715656 w 1859768"/>
              <a:gd name="connsiteY22" fmla="*/ 494800 h 2207713"/>
              <a:gd name="connsiteX23" fmla="*/ 118121 w 1859768"/>
              <a:gd name="connsiteY23" fmla="*/ 857786 h 2207713"/>
              <a:gd name="connsiteX24" fmla="*/ 433985 w 1859768"/>
              <a:gd name="connsiteY24" fmla="*/ 43220 h 2207713"/>
              <a:gd name="connsiteX25" fmla="*/ 374233 w 1859768"/>
              <a:gd name="connsiteY25" fmla="*/ 191214 h 2207713"/>
              <a:gd name="connsiteX26" fmla="*/ 330862 w 1859768"/>
              <a:gd name="connsiteY26" fmla="*/ 340269 h 2207713"/>
              <a:gd name="connsiteX27" fmla="*/ 304211 w 1859768"/>
              <a:gd name="connsiteY27" fmla="*/ 324744 h 2207713"/>
              <a:gd name="connsiteX28" fmla="*/ 328152 w 1859768"/>
              <a:gd name="connsiteY28" fmla="*/ 127918 h 2207713"/>
              <a:gd name="connsiteX29" fmla="*/ 118121 w 1859768"/>
              <a:gd name="connsiteY29" fmla="*/ 857786 h 2207713"/>
              <a:gd name="connsiteX30" fmla="*/ 74903 w 1859768"/>
              <a:gd name="connsiteY30" fmla="*/ 966935 h 2207713"/>
              <a:gd name="connsiteX31" fmla="*/ 69491 w 1859768"/>
              <a:gd name="connsiteY31" fmla="*/ 504187 h 2207713"/>
              <a:gd name="connsiteX32" fmla="*/ 326258 w 1859768"/>
              <a:gd name="connsiteY32" fmla="*/ 28833 h 2207713"/>
              <a:gd name="connsiteX33" fmla="*/ 351236 w 1859768"/>
              <a:gd name="connsiteY33" fmla="*/ 0 h 2207713"/>
              <a:gd name="connsiteX34" fmla="*/ 500166 w 1859768"/>
              <a:gd name="connsiteY34" fmla="*/ 0 h 2207713"/>
              <a:gd name="connsiteX35" fmla="*/ 501007 w 1859768"/>
              <a:gd name="connsiteY35" fmla="*/ 11785 h 2207713"/>
              <a:gd name="connsiteX36" fmla="*/ 245786 w 1859768"/>
              <a:gd name="connsiteY36" fmla="*/ 835475 h 2207713"/>
              <a:gd name="connsiteX37" fmla="*/ 74903 w 1859768"/>
              <a:gd name="connsiteY37" fmla="*/ 966935 h 2207713"/>
              <a:gd name="connsiteX38" fmla="*/ 1661942 w 1859768"/>
              <a:gd name="connsiteY38" fmla="*/ 1353812 h 2207713"/>
              <a:gd name="connsiteX39" fmla="*/ 1749989 w 1859768"/>
              <a:gd name="connsiteY39" fmla="*/ 1342230 h 2207713"/>
              <a:gd name="connsiteX40" fmla="*/ 1312677 w 1859768"/>
              <a:gd name="connsiteY40" fmla="*/ 968809 h 2207713"/>
              <a:gd name="connsiteX41" fmla="*/ 1232104 w 1859768"/>
              <a:gd name="connsiteY41" fmla="*/ 979836 h 2207713"/>
              <a:gd name="connsiteX42" fmla="*/ 1510925 w 1859768"/>
              <a:gd name="connsiteY42" fmla="*/ 1199562 h 2207713"/>
              <a:gd name="connsiteX43" fmla="*/ 1217072 w 1859768"/>
              <a:gd name="connsiteY43" fmla="*/ 1054216 h 2207713"/>
              <a:gd name="connsiteX44" fmla="*/ 1661942 w 1859768"/>
              <a:gd name="connsiteY44" fmla="*/ 1353812 h 2207713"/>
              <a:gd name="connsiteX45" fmla="*/ 394807 w 1859768"/>
              <a:gd name="connsiteY45" fmla="*/ 1626455 h 2207713"/>
              <a:gd name="connsiteX46" fmla="*/ 466693 w 1859768"/>
              <a:gd name="connsiteY46" fmla="*/ 1595017 h 2207713"/>
              <a:gd name="connsiteX47" fmla="*/ 650821 w 1859768"/>
              <a:gd name="connsiteY47" fmla="*/ 1077380 h 2207713"/>
              <a:gd name="connsiteX48" fmla="*/ 591587 w 1859768"/>
              <a:gd name="connsiteY48" fmla="*/ 974474 h 2207713"/>
              <a:gd name="connsiteX49" fmla="*/ 557216 w 1859768"/>
              <a:gd name="connsiteY49" fmla="*/ 1094794 h 2207713"/>
              <a:gd name="connsiteX50" fmla="*/ 486148 w 1859768"/>
              <a:gd name="connsiteY50" fmla="*/ 1388665 h 2207713"/>
              <a:gd name="connsiteX51" fmla="*/ 452079 w 1859768"/>
              <a:gd name="connsiteY51" fmla="*/ 1431607 h 2207713"/>
              <a:gd name="connsiteX52" fmla="*/ 430714 w 1859768"/>
              <a:gd name="connsiteY52" fmla="*/ 1420233 h 2207713"/>
              <a:gd name="connsiteX53" fmla="*/ 493238 w 1859768"/>
              <a:gd name="connsiteY53" fmla="*/ 1142201 h 2207713"/>
              <a:gd name="connsiteX54" fmla="*/ 394807 w 1859768"/>
              <a:gd name="connsiteY54" fmla="*/ 1626455 h 2207713"/>
              <a:gd name="connsiteX55" fmla="*/ 1315388 w 1859768"/>
              <a:gd name="connsiteY55" fmla="*/ 2115696 h 2207713"/>
              <a:gd name="connsiteX56" fmla="*/ 1031118 w 1859768"/>
              <a:gd name="connsiteY56" fmla="*/ 1312715 h 2207713"/>
              <a:gd name="connsiteX57" fmla="*/ 1129348 w 1859768"/>
              <a:gd name="connsiteY57" fmla="*/ 1549780 h 2207713"/>
              <a:gd name="connsiteX58" fmla="*/ 1248211 w 1859768"/>
              <a:gd name="connsiteY58" fmla="*/ 1771927 h 2207713"/>
              <a:gd name="connsiteX59" fmla="*/ 1198290 w 1859768"/>
              <a:gd name="connsiteY59" fmla="*/ 1766808 h 2207713"/>
              <a:gd name="connsiteX60" fmla="*/ 990681 w 1859768"/>
              <a:gd name="connsiteY60" fmla="*/ 1391341 h 2207713"/>
              <a:gd name="connsiteX61" fmla="*/ 1315388 w 1859768"/>
              <a:gd name="connsiteY61" fmla="*/ 2115696 h 2207713"/>
              <a:gd name="connsiteX62" fmla="*/ 1350109 w 1859768"/>
              <a:gd name="connsiteY62" fmla="*/ 2206800 h 2207713"/>
              <a:gd name="connsiteX63" fmla="*/ 1016305 w 1859768"/>
              <a:gd name="connsiteY63" fmla="*/ 1939402 h 2207713"/>
              <a:gd name="connsiteX64" fmla="*/ 915052 w 1859768"/>
              <a:gd name="connsiteY64" fmla="*/ 1399068 h 2207713"/>
              <a:gd name="connsiteX65" fmla="*/ 854782 w 1859768"/>
              <a:gd name="connsiteY65" fmla="*/ 932137 h 2207713"/>
              <a:gd name="connsiteX66" fmla="*/ 770773 w 1859768"/>
              <a:gd name="connsiteY66" fmla="*/ 875318 h 2207713"/>
              <a:gd name="connsiteX67" fmla="*/ 825964 w 1859768"/>
              <a:gd name="connsiteY67" fmla="*/ 823117 h 2207713"/>
              <a:gd name="connsiteX68" fmla="*/ 778651 w 1859768"/>
              <a:gd name="connsiteY68" fmla="*/ 628353 h 2207713"/>
              <a:gd name="connsiteX69" fmla="*/ 674057 w 1859768"/>
              <a:gd name="connsiteY69" fmla="*/ 806473 h 2207713"/>
              <a:gd name="connsiteX70" fmla="*/ 678691 w 1859768"/>
              <a:gd name="connsiteY70" fmla="*/ 987300 h 2207713"/>
              <a:gd name="connsiteX71" fmla="*/ 573399 w 1859768"/>
              <a:gd name="connsiteY71" fmla="*/ 1572793 h 2207713"/>
              <a:gd name="connsiteX72" fmla="*/ 448294 w 1859768"/>
              <a:gd name="connsiteY72" fmla="*/ 1671763 h 2207713"/>
              <a:gd name="connsiteX73" fmla="*/ 347341 w 1859768"/>
              <a:gd name="connsiteY73" fmla="*/ 1644762 h 2207713"/>
              <a:gd name="connsiteX74" fmla="*/ 322256 w 1859768"/>
              <a:gd name="connsiteY74" fmla="*/ 1459939 h 2207713"/>
              <a:gd name="connsiteX75" fmla="*/ 495295 w 1859768"/>
              <a:gd name="connsiteY75" fmla="*/ 1011735 h 2207713"/>
              <a:gd name="connsiteX76" fmla="*/ 631502 w 1859768"/>
              <a:gd name="connsiteY76" fmla="*/ 767246 h 2207713"/>
              <a:gd name="connsiteX77" fmla="*/ 678184 w 1859768"/>
              <a:gd name="connsiteY77" fmla="*/ 678226 h 2207713"/>
              <a:gd name="connsiteX78" fmla="*/ 718531 w 1859768"/>
              <a:gd name="connsiteY78" fmla="*/ 365894 h 2207713"/>
              <a:gd name="connsiteX79" fmla="*/ 669080 w 1859768"/>
              <a:gd name="connsiteY79" fmla="*/ 150213 h 2207713"/>
              <a:gd name="connsiteX80" fmla="*/ 639037 w 1859768"/>
              <a:gd name="connsiteY80" fmla="*/ 0 h 2207713"/>
              <a:gd name="connsiteX81" fmla="*/ 685477 w 1859768"/>
              <a:gd name="connsiteY81" fmla="*/ 0 h 2207713"/>
              <a:gd name="connsiteX82" fmla="*/ 830123 w 1859768"/>
              <a:gd name="connsiteY82" fmla="*/ 644646 h 2207713"/>
              <a:gd name="connsiteX83" fmla="*/ 868286 w 1859768"/>
              <a:gd name="connsiteY83" fmla="*/ 801231 h 2207713"/>
              <a:gd name="connsiteX84" fmla="*/ 945378 w 1859768"/>
              <a:gd name="connsiteY84" fmla="*/ 881698 h 2207713"/>
              <a:gd name="connsiteX85" fmla="*/ 1208838 w 1859768"/>
              <a:gd name="connsiteY85" fmla="*/ 919029 h 2207713"/>
              <a:gd name="connsiteX86" fmla="*/ 1753984 w 1859768"/>
              <a:gd name="connsiteY86" fmla="*/ 1208539 h 2207713"/>
              <a:gd name="connsiteX87" fmla="*/ 1859768 w 1859768"/>
              <a:gd name="connsiteY87" fmla="*/ 1390144 h 2207713"/>
              <a:gd name="connsiteX88" fmla="*/ 1607507 w 1859768"/>
              <a:gd name="connsiteY88" fmla="*/ 1402956 h 2207713"/>
              <a:gd name="connsiteX89" fmla="*/ 1298703 w 1859768"/>
              <a:gd name="connsiteY89" fmla="*/ 1257406 h 2207713"/>
              <a:gd name="connsiteX90" fmla="*/ 1164863 w 1859768"/>
              <a:gd name="connsiteY90" fmla="*/ 1082843 h 2207713"/>
              <a:gd name="connsiteX91" fmla="*/ 1010750 w 1859768"/>
              <a:gd name="connsiteY91" fmla="*/ 956586 h 2207713"/>
              <a:gd name="connsiteX92" fmla="*/ 905506 w 1859768"/>
              <a:gd name="connsiteY92" fmla="*/ 929445 h 2207713"/>
              <a:gd name="connsiteX93" fmla="*/ 994250 w 1859768"/>
              <a:gd name="connsiteY93" fmla="*/ 1187151 h 2207713"/>
              <a:gd name="connsiteX94" fmla="*/ 1063313 w 1859768"/>
              <a:gd name="connsiteY94" fmla="*/ 1241331 h 2207713"/>
              <a:gd name="connsiteX95" fmla="*/ 1403427 w 1859768"/>
              <a:gd name="connsiteY95" fmla="*/ 1675440 h 2207713"/>
              <a:gd name="connsiteX96" fmla="*/ 1412888 w 1859768"/>
              <a:gd name="connsiteY96" fmla="*/ 2013308 h 2207713"/>
              <a:gd name="connsiteX97" fmla="*/ 1370292 w 1859768"/>
              <a:gd name="connsiteY97" fmla="*/ 2202341 h 2207713"/>
              <a:gd name="connsiteX98" fmla="*/ 1350109 w 1859768"/>
              <a:gd name="connsiteY98" fmla="*/ 2206800 h 220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859768" h="2207713">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12">
            <a:extLst>
              <a:ext uri="{FF2B5EF4-FFF2-40B4-BE49-F238E27FC236}">
                <a16:creationId xmlns:a16="http://schemas.microsoft.com/office/drawing/2014/main" id="{69002426-033B-400A-C519-AF4C659C4F05}"/>
              </a:ext>
              <a:ext uri="{C183D7F6-B498-43B3-948B-1728B52AA6E4}">
                <adec:decorative xmlns:adec="http://schemas.microsoft.com/office/drawing/2017/decorative" val="1"/>
              </a:ext>
            </a:extLst>
          </p:cNvPr>
          <p:cNvSpPr/>
          <p:nvPr userDrawn="1"/>
        </p:nvSpPr>
        <p:spPr>
          <a:xfrm rot="16200000" flipH="1">
            <a:off x="8812879" y="2130044"/>
            <a:ext cx="5509165" cy="1249078"/>
          </a:xfrm>
          <a:custGeom>
            <a:avLst/>
            <a:gdLst>
              <a:gd name="connsiteX0" fmla="*/ 5509165 w 5509165"/>
              <a:gd name="connsiteY0" fmla="*/ 1249078 h 1249078"/>
              <a:gd name="connsiteX1" fmla="*/ 0 w 5509165"/>
              <a:gd name="connsiteY1" fmla="*/ 1249078 h 1249078"/>
              <a:gd name="connsiteX2" fmla="*/ 0 w 5509165"/>
              <a:gd name="connsiteY2" fmla="*/ 376649 h 1249078"/>
              <a:gd name="connsiteX3" fmla="*/ 124275 w 5509165"/>
              <a:gd name="connsiteY3" fmla="*/ 338434 h 1249078"/>
              <a:gd name="connsiteX4" fmla="*/ 2337339 w 5509165"/>
              <a:gd name="connsiteY4" fmla="*/ 1263 h 1249078"/>
              <a:gd name="connsiteX5" fmla="*/ 4747463 w 5509165"/>
              <a:gd name="connsiteY5" fmla="*/ 509094 h 1249078"/>
              <a:gd name="connsiteX6" fmla="*/ 5475419 w 5509165"/>
              <a:gd name="connsiteY6" fmla="*/ 1196657 h 124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9165" h="1249078">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Content Placeholder 6">
            <a:extLst>
              <a:ext uri="{FF2B5EF4-FFF2-40B4-BE49-F238E27FC236}">
                <a16:creationId xmlns:a16="http://schemas.microsoft.com/office/drawing/2014/main" id="{13980755-170E-8438-DC1B-7B3283F2A49D}"/>
              </a:ext>
            </a:extLst>
          </p:cNvPr>
          <p:cNvSpPr>
            <a:spLocks noGrp="1"/>
          </p:cNvSpPr>
          <p:nvPr>
            <p:ph sz="quarter" idx="10"/>
          </p:nvPr>
        </p:nvSpPr>
        <p:spPr>
          <a:xfrm>
            <a:off x="914400" y="2039112"/>
            <a:ext cx="7150608" cy="3356576"/>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5">
            <a:extLst>
              <a:ext uri="{FF2B5EF4-FFF2-40B4-BE49-F238E27FC236}">
                <a16:creationId xmlns:a16="http://schemas.microsoft.com/office/drawing/2014/main" id="{933C021B-6AA4-3C5D-099F-96D113A1495C}"/>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38622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2"/>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 uri="{C183D7F6-B498-43B3-948B-1728B52AA6E4}">
                <adec:decorative xmlns:adec="http://schemas.microsoft.com/office/drawing/2017/decorative" val="1"/>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3">
            <a:extLst>
              <a:ext uri="{FF2B5EF4-FFF2-40B4-BE49-F238E27FC236}">
                <a16:creationId xmlns:a16="http://schemas.microsoft.com/office/drawing/2014/main" id="{2FE03F25-D589-68A8-30C7-175547B6A9EE}"/>
              </a:ext>
              <a:ext uri="{C183D7F6-B498-43B3-948B-1728B52AA6E4}">
                <adec:decorative xmlns:adec="http://schemas.microsoft.com/office/drawing/2017/decorative" val="1"/>
              </a:ext>
            </a:extLst>
          </p:cNvPr>
          <p:cNvSpPr/>
          <p:nvPr userDrawn="1"/>
        </p:nvSpPr>
        <p:spPr>
          <a:xfrm>
            <a:off x="9037474" y="1618811"/>
            <a:ext cx="3154526" cy="5229819"/>
          </a:xfrm>
          <a:custGeom>
            <a:avLst/>
            <a:gdLst>
              <a:gd name="connsiteX0" fmla="*/ 2984957 w 3154526"/>
              <a:gd name="connsiteY0" fmla="*/ 4764199 h 5229819"/>
              <a:gd name="connsiteX1" fmla="*/ 3085247 w 3154526"/>
              <a:gd name="connsiteY1" fmla="*/ 4783935 h 5229819"/>
              <a:gd name="connsiteX2" fmla="*/ 3154526 w 3154526"/>
              <a:gd name="connsiteY2" fmla="*/ 4805985 h 5229819"/>
              <a:gd name="connsiteX3" fmla="*/ 3154526 w 3154526"/>
              <a:gd name="connsiteY3" fmla="*/ 4854317 h 5229819"/>
              <a:gd name="connsiteX4" fmla="*/ 3077489 w 3154526"/>
              <a:gd name="connsiteY4" fmla="*/ 4835342 h 5229819"/>
              <a:gd name="connsiteX5" fmla="*/ 2943802 w 3154526"/>
              <a:gd name="connsiteY5" fmla="*/ 4819637 h 5229819"/>
              <a:gd name="connsiteX6" fmla="*/ 2790751 w 3154526"/>
              <a:gd name="connsiteY6" fmla="*/ 4847576 h 5229819"/>
              <a:gd name="connsiteX7" fmla="*/ 2434897 w 3154526"/>
              <a:gd name="connsiteY7" fmla="*/ 5031577 h 5229819"/>
              <a:gd name="connsiteX8" fmla="*/ 2951768 w 3154526"/>
              <a:gd name="connsiteY8" fmla="*/ 4976098 h 5229819"/>
              <a:gd name="connsiteX9" fmla="*/ 3154526 w 3154526"/>
              <a:gd name="connsiteY9" fmla="*/ 4968709 h 5229819"/>
              <a:gd name="connsiteX10" fmla="*/ 3154526 w 3154526"/>
              <a:gd name="connsiteY10" fmla="*/ 5031765 h 5229819"/>
              <a:gd name="connsiteX11" fmla="*/ 3014835 w 3154526"/>
              <a:gd name="connsiteY11" fmla="*/ 5034301 h 5229819"/>
              <a:gd name="connsiteX12" fmla="*/ 2393353 w 3154526"/>
              <a:gd name="connsiteY12" fmla="*/ 5115550 h 5229819"/>
              <a:gd name="connsiteX13" fmla="*/ 2867479 w 3154526"/>
              <a:gd name="connsiteY13" fmla="*/ 5174972 h 5229819"/>
              <a:gd name="connsiteX14" fmla="*/ 3154526 w 3154526"/>
              <a:gd name="connsiteY14" fmla="*/ 5146324 h 5229819"/>
              <a:gd name="connsiteX15" fmla="*/ 3154526 w 3154526"/>
              <a:gd name="connsiteY15" fmla="*/ 5195560 h 5229819"/>
              <a:gd name="connsiteX16" fmla="*/ 2893424 w 3154526"/>
              <a:gd name="connsiteY16" fmla="*/ 5222073 h 5229819"/>
              <a:gd name="connsiteX17" fmla="*/ 2386859 w 3154526"/>
              <a:gd name="connsiteY17" fmla="*/ 5181967 h 5229819"/>
              <a:gd name="connsiteX18" fmla="*/ 2246076 w 3154526"/>
              <a:gd name="connsiteY18" fmla="*/ 5123402 h 5229819"/>
              <a:gd name="connsiteX19" fmla="*/ 2334992 w 3154526"/>
              <a:gd name="connsiteY19" fmla="*/ 5028470 h 5229819"/>
              <a:gd name="connsiteX20" fmla="*/ 2693848 w 3154526"/>
              <a:gd name="connsiteY20" fmla="*/ 4824451 h 5229819"/>
              <a:gd name="connsiteX21" fmla="*/ 2984957 w 3154526"/>
              <a:gd name="connsiteY21" fmla="*/ 4764199 h 5229819"/>
              <a:gd name="connsiteX22" fmla="*/ 2257356 w 3154526"/>
              <a:gd name="connsiteY22" fmla="*/ 4262588 h 5229819"/>
              <a:gd name="connsiteX23" fmla="*/ 2122814 w 3154526"/>
              <a:gd name="connsiteY23" fmla="*/ 4273357 h 5229819"/>
              <a:gd name="connsiteX24" fmla="*/ 2427819 w 3154526"/>
              <a:gd name="connsiteY24" fmla="*/ 4316623 h 5229819"/>
              <a:gd name="connsiteX25" fmla="*/ 2495745 w 3154526"/>
              <a:gd name="connsiteY25" fmla="*/ 4323417 h 5229819"/>
              <a:gd name="connsiteX26" fmla="*/ 2842012 w 3154526"/>
              <a:gd name="connsiteY26" fmla="*/ 4396980 h 5229819"/>
              <a:gd name="connsiteX27" fmla="*/ 2946172 w 3154526"/>
              <a:gd name="connsiteY27" fmla="*/ 4417967 h 5229819"/>
              <a:gd name="connsiteX28" fmla="*/ 2257356 w 3154526"/>
              <a:gd name="connsiteY28" fmla="*/ 4262588 h 5229819"/>
              <a:gd name="connsiteX29" fmla="*/ 2658537 w 3154526"/>
              <a:gd name="connsiteY29" fmla="*/ 3869558 h 5229819"/>
              <a:gd name="connsiteX30" fmla="*/ 2641175 w 3154526"/>
              <a:gd name="connsiteY30" fmla="*/ 3888643 h 5229819"/>
              <a:gd name="connsiteX31" fmla="*/ 3126479 w 3154526"/>
              <a:gd name="connsiteY31" fmla="*/ 4335544 h 5229819"/>
              <a:gd name="connsiteX32" fmla="*/ 3143670 w 3154526"/>
              <a:gd name="connsiteY32" fmla="*/ 4314908 h 5229819"/>
              <a:gd name="connsiteX33" fmla="*/ 2658537 w 3154526"/>
              <a:gd name="connsiteY33" fmla="*/ 3869558 h 5229819"/>
              <a:gd name="connsiteX34" fmla="*/ 2629101 w 3154526"/>
              <a:gd name="connsiteY34" fmla="*/ 3729983 h 5229819"/>
              <a:gd name="connsiteX35" fmla="*/ 2725377 w 3154526"/>
              <a:gd name="connsiteY35" fmla="*/ 3746294 h 5229819"/>
              <a:gd name="connsiteX36" fmla="*/ 3013384 w 3154526"/>
              <a:gd name="connsiteY36" fmla="*/ 3891324 h 5229819"/>
              <a:gd name="connsiteX37" fmla="*/ 3154526 w 3154526"/>
              <a:gd name="connsiteY37" fmla="*/ 3990464 h 5229819"/>
              <a:gd name="connsiteX38" fmla="*/ 3154526 w 3154526"/>
              <a:gd name="connsiteY38" fmla="*/ 4060395 h 5229819"/>
              <a:gd name="connsiteX39" fmla="*/ 3036403 w 3154526"/>
              <a:gd name="connsiteY39" fmla="*/ 3972021 h 5229819"/>
              <a:gd name="connsiteX40" fmla="*/ 2688997 w 3154526"/>
              <a:gd name="connsiteY40" fmla="*/ 3810128 h 5229819"/>
              <a:gd name="connsiteX41" fmla="*/ 3092476 w 3154526"/>
              <a:gd name="connsiteY41" fmla="*/ 4164235 h 5229819"/>
              <a:gd name="connsiteX42" fmla="*/ 3154526 w 3154526"/>
              <a:gd name="connsiteY42" fmla="*/ 4207256 h 5229819"/>
              <a:gd name="connsiteX43" fmla="*/ 3154526 w 3154526"/>
              <a:gd name="connsiteY43" fmla="*/ 4417507 h 5229819"/>
              <a:gd name="connsiteX44" fmla="*/ 3087942 w 3154526"/>
              <a:gd name="connsiteY44" fmla="*/ 4378606 h 5229819"/>
              <a:gd name="connsiteX45" fmla="*/ 3130359 w 3154526"/>
              <a:gd name="connsiteY45" fmla="*/ 4425849 h 5229819"/>
              <a:gd name="connsiteX46" fmla="*/ 3154526 w 3154526"/>
              <a:gd name="connsiteY46" fmla="*/ 4447989 h 5229819"/>
              <a:gd name="connsiteX47" fmla="*/ 3154526 w 3154526"/>
              <a:gd name="connsiteY47" fmla="*/ 4543354 h 5229819"/>
              <a:gd name="connsiteX48" fmla="*/ 3094526 w 3154526"/>
              <a:gd name="connsiteY48" fmla="*/ 4521621 h 5229819"/>
              <a:gd name="connsiteX49" fmla="*/ 2985083 w 3154526"/>
              <a:gd name="connsiteY49" fmla="*/ 4485238 h 5229819"/>
              <a:gd name="connsiteX50" fmla="*/ 2708626 w 3154526"/>
              <a:gd name="connsiteY50" fmla="*/ 4418017 h 5229819"/>
              <a:gd name="connsiteX51" fmla="*/ 2620844 w 3154526"/>
              <a:gd name="connsiteY51" fmla="*/ 4430706 h 5229819"/>
              <a:gd name="connsiteX52" fmla="*/ 2540001 w 3154526"/>
              <a:gd name="connsiteY52" fmla="*/ 4424025 h 5229819"/>
              <a:gd name="connsiteX53" fmla="*/ 1907604 w 3154526"/>
              <a:gd name="connsiteY53" fmla="*/ 4339664 h 5229819"/>
              <a:gd name="connsiteX54" fmla="*/ 1879113 w 3154526"/>
              <a:gd name="connsiteY54" fmla="*/ 4342926 h 5229819"/>
              <a:gd name="connsiteX55" fmla="*/ 1921270 w 3154526"/>
              <a:gd name="connsiteY55" fmla="*/ 4376988 h 5229819"/>
              <a:gd name="connsiteX56" fmla="*/ 2647281 w 3154526"/>
              <a:gd name="connsiteY56" fmla="*/ 4614572 h 5229819"/>
              <a:gd name="connsiteX57" fmla="*/ 3060973 w 3154526"/>
              <a:gd name="connsiteY57" fmla="*/ 4624283 h 5229819"/>
              <a:gd name="connsiteX58" fmla="*/ 3154526 w 3154526"/>
              <a:gd name="connsiteY58" fmla="*/ 4599347 h 5229819"/>
              <a:gd name="connsiteX59" fmla="*/ 3154526 w 3154526"/>
              <a:gd name="connsiteY59" fmla="*/ 4661496 h 5229819"/>
              <a:gd name="connsiteX60" fmla="*/ 3124590 w 3154526"/>
              <a:gd name="connsiteY60" fmla="*/ 4670972 h 5229819"/>
              <a:gd name="connsiteX61" fmla="*/ 2657957 w 3154526"/>
              <a:gd name="connsiteY61" fmla="*/ 4674486 h 5229819"/>
              <a:gd name="connsiteX62" fmla="*/ 1891952 w 3154526"/>
              <a:gd name="connsiteY62" fmla="*/ 4426992 h 5229819"/>
              <a:gd name="connsiteX63" fmla="*/ 1839998 w 3154526"/>
              <a:gd name="connsiteY63" fmla="*/ 4399458 h 5229819"/>
              <a:gd name="connsiteX64" fmla="*/ 1897411 w 3154526"/>
              <a:gd name="connsiteY64" fmla="*/ 4275071 h 5229819"/>
              <a:gd name="connsiteX65" fmla="*/ 2271660 w 3154526"/>
              <a:gd name="connsiteY65" fmla="*/ 4202654 h 5229819"/>
              <a:gd name="connsiteX66" fmla="*/ 2860369 w 3154526"/>
              <a:gd name="connsiteY66" fmla="*/ 4283351 h 5229819"/>
              <a:gd name="connsiteX67" fmla="*/ 2986729 w 3154526"/>
              <a:gd name="connsiteY67" fmla="*/ 4338210 h 5229819"/>
              <a:gd name="connsiteX68" fmla="*/ 2815025 w 3154526"/>
              <a:gd name="connsiteY68" fmla="*/ 4191559 h 5229819"/>
              <a:gd name="connsiteX69" fmla="*/ 2550431 w 3154526"/>
              <a:gd name="connsiteY69" fmla="*/ 3844543 h 5229819"/>
              <a:gd name="connsiteX70" fmla="*/ 2629101 w 3154526"/>
              <a:gd name="connsiteY70" fmla="*/ 3729983 h 5229819"/>
              <a:gd name="connsiteX71" fmla="*/ 2911098 w 3154526"/>
              <a:gd name="connsiteY71" fmla="*/ 3440435 h 5229819"/>
              <a:gd name="connsiteX72" fmla="*/ 2828048 w 3154526"/>
              <a:gd name="connsiteY72" fmla="*/ 3443932 h 5229819"/>
              <a:gd name="connsiteX73" fmla="*/ 2509409 w 3154526"/>
              <a:gd name="connsiteY73" fmla="*/ 3495655 h 5229819"/>
              <a:gd name="connsiteX74" fmla="*/ 2147895 w 3154526"/>
              <a:gd name="connsiteY74" fmla="*/ 3514483 h 5229819"/>
              <a:gd name="connsiteX75" fmla="*/ 2003552 w 3154526"/>
              <a:gd name="connsiteY75" fmla="*/ 3520439 h 5229819"/>
              <a:gd name="connsiteX76" fmla="*/ 2246830 w 3154526"/>
              <a:gd name="connsiteY76" fmla="*/ 3622276 h 5229819"/>
              <a:gd name="connsiteX77" fmla="*/ 2835671 w 3154526"/>
              <a:gd name="connsiteY77" fmla="*/ 3548747 h 5229819"/>
              <a:gd name="connsiteX78" fmla="*/ 2998953 w 3154526"/>
              <a:gd name="connsiteY78" fmla="*/ 3464237 h 5229819"/>
              <a:gd name="connsiteX79" fmla="*/ 2995075 w 3154526"/>
              <a:gd name="connsiteY79" fmla="*/ 3442088 h 5229819"/>
              <a:gd name="connsiteX80" fmla="*/ 2911098 w 3154526"/>
              <a:gd name="connsiteY80" fmla="*/ 3440435 h 5229819"/>
              <a:gd name="connsiteX81" fmla="*/ 2690666 w 3154526"/>
              <a:gd name="connsiteY81" fmla="*/ 3299672 h 5229819"/>
              <a:gd name="connsiteX82" fmla="*/ 2476905 w 3154526"/>
              <a:gd name="connsiteY82" fmla="*/ 3324782 h 5229819"/>
              <a:gd name="connsiteX83" fmla="*/ 2094849 w 3154526"/>
              <a:gd name="connsiteY83" fmla="*/ 3447220 h 5229819"/>
              <a:gd name="connsiteX84" fmla="*/ 2483888 w 3154526"/>
              <a:gd name="connsiteY84" fmla="*/ 3440295 h 5229819"/>
              <a:gd name="connsiteX85" fmla="*/ 3014076 w 3154526"/>
              <a:gd name="connsiteY85" fmla="*/ 3366305 h 5229819"/>
              <a:gd name="connsiteX86" fmla="*/ 2904378 w 3154526"/>
              <a:gd name="connsiteY86" fmla="*/ 3324561 h 5229819"/>
              <a:gd name="connsiteX87" fmla="*/ 2690666 w 3154526"/>
              <a:gd name="connsiteY87" fmla="*/ 3299672 h 5229819"/>
              <a:gd name="connsiteX88" fmla="*/ 2600173 w 3154526"/>
              <a:gd name="connsiteY88" fmla="*/ 3247414 h 5229819"/>
              <a:gd name="connsiteX89" fmla="*/ 3008079 w 3154526"/>
              <a:gd name="connsiteY89" fmla="*/ 3291395 h 5229819"/>
              <a:gd name="connsiteX90" fmla="*/ 3154526 w 3154526"/>
              <a:gd name="connsiteY90" fmla="*/ 3354047 h 5229819"/>
              <a:gd name="connsiteX91" fmla="*/ 3154526 w 3154526"/>
              <a:gd name="connsiteY91" fmla="*/ 3464030 h 5229819"/>
              <a:gd name="connsiteX92" fmla="*/ 3150012 w 3154526"/>
              <a:gd name="connsiteY92" fmla="*/ 3464430 h 5229819"/>
              <a:gd name="connsiteX93" fmla="*/ 3006185 w 3154526"/>
              <a:gd name="connsiteY93" fmla="*/ 3521395 h 5229819"/>
              <a:gd name="connsiteX94" fmla="*/ 2745224 w 3154526"/>
              <a:gd name="connsiteY94" fmla="*/ 3629721 h 5229819"/>
              <a:gd name="connsiteX95" fmla="*/ 2266244 w 3154526"/>
              <a:gd name="connsiteY95" fmla="*/ 3673727 h 5229819"/>
              <a:gd name="connsiteX96" fmla="*/ 1968615 w 3154526"/>
              <a:gd name="connsiteY96" fmla="*/ 3585320 h 5229819"/>
              <a:gd name="connsiteX97" fmla="*/ 1898396 w 3154526"/>
              <a:gd name="connsiteY97" fmla="*/ 3500287 h 5229819"/>
              <a:gd name="connsiteX98" fmla="*/ 1989083 w 3154526"/>
              <a:gd name="connsiteY98" fmla="*/ 3427016 h 5229819"/>
              <a:gd name="connsiteX99" fmla="*/ 2389567 w 3154526"/>
              <a:gd name="connsiteY99" fmla="*/ 3290809 h 5229819"/>
              <a:gd name="connsiteX100" fmla="*/ 2600173 w 3154526"/>
              <a:gd name="connsiteY100" fmla="*/ 3247414 h 5229819"/>
              <a:gd name="connsiteX101" fmla="*/ 2319352 w 3154526"/>
              <a:gd name="connsiteY101" fmla="*/ 2601737 h 5229819"/>
              <a:gd name="connsiteX102" fmla="*/ 2766163 w 3154526"/>
              <a:gd name="connsiteY102" fmla="*/ 2737145 h 5229819"/>
              <a:gd name="connsiteX103" fmla="*/ 2974746 w 3154526"/>
              <a:gd name="connsiteY103" fmla="*/ 2866399 h 5229819"/>
              <a:gd name="connsiteX104" fmla="*/ 3121568 w 3154526"/>
              <a:gd name="connsiteY104" fmla="*/ 2982134 h 5229819"/>
              <a:gd name="connsiteX105" fmla="*/ 3154526 w 3154526"/>
              <a:gd name="connsiteY105" fmla="*/ 3011886 h 5229819"/>
              <a:gd name="connsiteX106" fmla="*/ 3154526 w 3154526"/>
              <a:gd name="connsiteY106" fmla="*/ 3160319 h 5229819"/>
              <a:gd name="connsiteX107" fmla="*/ 3067546 w 3154526"/>
              <a:gd name="connsiteY107" fmla="*/ 3110720 h 5229819"/>
              <a:gd name="connsiteX108" fmla="*/ 2232937 w 3154526"/>
              <a:gd name="connsiteY108" fmla="*/ 2769088 h 5229819"/>
              <a:gd name="connsiteX109" fmla="*/ 2352619 w 3154526"/>
              <a:gd name="connsiteY109" fmla="*/ 2743180 h 5229819"/>
              <a:gd name="connsiteX110" fmla="*/ 2721589 w 3154526"/>
              <a:gd name="connsiteY110" fmla="*/ 2876160 h 5229819"/>
              <a:gd name="connsiteX111" fmla="*/ 3060914 w 3154526"/>
              <a:gd name="connsiteY111" fmla="*/ 3014259 h 5229819"/>
              <a:gd name="connsiteX112" fmla="*/ 2965264 w 3154526"/>
              <a:gd name="connsiteY112" fmla="*/ 2935323 h 5229819"/>
              <a:gd name="connsiteX113" fmla="*/ 2367226 w 3154526"/>
              <a:gd name="connsiteY113" fmla="*/ 2661486 h 5229819"/>
              <a:gd name="connsiteX114" fmla="*/ 2207259 w 3154526"/>
              <a:gd name="connsiteY114" fmla="*/ 2694665 h 5229819"/>
              <a:gd name="connsiteX115" fmla="*/ 2179723 w 3154526"/>
              <a:gd name="connsiteY115" fmla="*/ 2818255 h 5229819"/>
              <a:gd name="connsiteX116" fmla="*/ 2514888 w 3154526"/>
              <a:gd name="connsiteY116" fmla="*/ 3048475 h 5229819"/>
              <a:gd name="connsiteX117" fmla="*/ 3016861 w 3154526"/>
              <a:gd name="connsiteY117" fmla="*/ 3160740 h 5229819"/>
              <a:gd name="connsiteX118" fmla="*/ 3154526 w 3154526"/>
              <a:gd name="connsiteY118" fmla="*/ 3176279 h 5229819"/>
              <a:gd name="connsiteX119" fmla="*/ 3154526 w 3154526"/>
              <a:gd name="connsiteY119" fmla="*/ 3250361 h 5229819"/>
              <a:gd name="connsiteX120" fmla="*/ 3091307 w 3154526"/>
              <a:gd name="connsiteY120" fmla="*/ 3229805 h 5229819"/>
              <a:gd name="connsiteX121" fmla="*/ 2723879 w 3154526"/>
              <a:gd name="connsiteY121" fmla="*/ 3162709 h 5229819"/>
              <a:gd name="connsiteX122" fmla="*/ 2203034 w 3154526"/>
              <a:gd name="connsiteY122" fmla="*/ 2922890 h 5229819"/>
              <a:gd name="connsiteX123" fmla="*/ 2101110 w 3154526"/>
              <a:gd name="connsiteY123" fmla="*/ 2793332 h 5229819"/>
              <a:gd name="connsiteX124" fmla="*/ 2116325 w 3154526"/>
              <a:gd name="connsiteY124" fmla="*/ 2687419 h 5229819"/>
              <a:gd name="connsiteX125" fmla="*/ 2319352 w 3154526"/>
              <a:gd name="connsiteY125" fmla="*/ 2601737 h 5229819"/>
              <a:gd name="connsiteX126" fmla="*/ 1350946 w 3154526"/>
              <a:gd name="connsiteY126" fmla="*/ 1631006 h 5229819"/>
              <a:gd name="connsiteX127" fmla="*/ 1004901 w 3154526"/>
              <a:gd name="connsiteY127" fmla="*/ 1697258 h 5229819"/>
              <a:gd name="connsiteX128" fmla="*/ 955407 w 3154526"/>
              <a:gd name="connsiteY128" fmla="*/ 1725240 h 5229819"/>
              <a:gd name="connsiteX129" fmla="*/ 1056827 w 3154526"/>
              <a:gd name="connsiteY129" fmla="*/ 1829253 h 5229819"/>
              <a:gd name="connsiteX130" fmla="*/ 1626585 w 3154526"/>
              <a:gd name="connsiteY130" fmla="*/ 2030287 h 5229819"/>
              <a:gd name="connsiteX131" fmla="*/ 2214811 w 3154526"/>
              <a:gd name="connsiteY131" fmla="*/ 2140743 h 5229819"/>
              <a:gd name="connsiteX132" fmla="*/ 2475442 w 3154526"/>
              <a:gd name="connsiteY132" fmla="*/ 2220115 h 5229819"/>
              <a:gd name="connsiteX133" fmla="*/ 1255641 w 3154526"/>
              <a:gd name="connsiteY133" fmla="*/ 1766864 h 5229819"/>
              <a:gd name="connsiteX134" fmla="*/ 1305929 w 3154526"/>
              <a:gd name="connsiteY134" fmla="*/ 1722974 h 5229819"/>
              <a:gd name="connsiteX135" fmla="*/ 2002915 w 3154526"/>
              <a:gd name="connsiteY135" fmla="*/ 1923946 h 5229819"/>
              <a:gd name="connsiteX136" fmla="*/ 2449662 w 3154526"/>
              <a:gd name="connsiteY136" fmla="*/ 2126020 h 5229819"/>
              <a:gd name="connsiteX137" fmla="*/ 2505028 w 3154526"/>
              <a:gd name="connsiteY137" fmla="*/ 2142789 h 5229819"/>
              <a:gd name="connsiteX138" fmla="*/ 2446175 w 3154526"/>
              <a:gd name="connsiteY138" fmla="*/ 2082091 h 5229819"/>
              <a:gd name="connsiteX139" fmla="*/ 2312648 w 3154526"/>
              <a:gd name="connsiteY139" fmla="*/ 1997116 h 5229819"/>
              <a:gd name="connsiteX140" fmla="*/ 1350946 w 3154526"/>
              <a:gd name="connsiteY140" fmla="*/ 1631006 h 5229819"/>
              <a:gd name="connsiteX141" fmla="*/ 2656659 w 3154526"/>
              <a:gd name="connsiteY141" fmla="*/ 1238775 h 5229819"/>
              <a:gd name="connsiteX142" fmla="*/ 2625436 w 3154526"/>
              <a:gd name="connsiteY142" fmla="*/ 1397072 h 5229819"/>
              <a:gd name="connsiteX143" fmla="*/ 2875161 w 3154526"/>
              <a:gd name="connsiteY143" fmla="*/ 2321650 h 5229819"/>
              <a:gd name="connsiteX144" fmla="*/ 2925722 w 3154526"/>
              <a:gd name="connsiteY144" fmla="*/ 2392692 h 5229819"/>
              <a:gd name="connsiteX145" fmla="*/ 2811462 w 3154526"/>
              <a:gd name="connsiteY145" fmla="*/ 1947758 h 5229819"/>
              <a:gd name="connsiteX146" fmla="*/ 2718919 w 3154526"/>
              <a:gd name="connsiteY146" fmla="*/ 1497019 h 5229819"/>
              <a:gd name="connsiteX147" fmla="*/ 2753255 w 3154526"/>
              <a:gd name="connsiteY147" fmla="*/ 1529176 h 5229819"/>
              <a:gd name="connsiteX148" fmla="*/ 2881379 w 3154526"/>
              <a:gd name="connsiteY148" fmla="*/ 2022317 h 5229819"/>
              <a:gd name="connsiteX149" fmla="*/ 2996393 w 3154526"/>
              <a:gd name="connsiteY149" fmla="*/ 2365005 h 5229819"/>
              <a:gd name="connsiteX150" fmla="*/ 3100133 w 3154526"/>
              <a:gd name="connsiteY150" fmla="*/ 2512233 h 5229819"/>
              <a:gd name="connsiteX151" fmla="*/ 3079545 w 3154526"/>
              <a:gd name="connsiteY151" fmla="*/ 1967247 h 5229819"/>
              <a:gd name="connsiteX152" fmla="*/ 2899475 w 3154526"/>
              <a:gd name="connsiteY152" fmla="*/ 1449951 h 5229819"/>
              <a:gd name="connsiteX153" fmla="*/ 2656659 w 3154526"/>
              <a:gd name="connsiteY153" fmla="*/ 1238775 h 5229819"/>
              <a:gd name="connsiteX154" fmla="*/ 1367798 w 3154526"/>
              <a:gd name="connsiteY154" fmla="*/ 807514 h 5229819"/>
              <a:gd name="connsiteX155" fmla="*/ 1321670 w 3154526"/>
              <a:gd name="connsiteY155" fmla="*/ 812743 h 5229819"/>
              <a:gd name="connsiteX156" fmla="*/ 1326427 w 3154526"/>
              <a:gd name="connsiteY156" fmla="*/ 995044 h 5229819"/>
              <a:gd name="connsiteX157" fmla="*/ 1646715 w 3154526"/>
              <a:gd name="connsiteY157" fmla="*/ 1403714 h 5229819"/>
              <a:gd name="connsiteX158" fmla="*/ 1699020 w 3154526"/>
              <a:gd name="connsiteY158" fmla="*/ 1462003 h 5229819"/>
              <a:gd name="connsiteX159" fmla="*/ 2128129 w 3154526"/>
              <a:gd name="connsiteY159" fmla="*/ 1776540 h 5229819"/>
              <a:gd name="connsiteX160" fmla="*/ 2153908 w 3154526"/>
              <a:gd name="connsiteY160" fmla="*/ 1776925 h 5229819"/>
              <a:gd name="connsiteX161" fmla="*/ 1447891 w 3154526"/>
              <a:gd name="connsiteY161" fmla="*/ 949010 h 5229819"/>
              <a:gd name="connsiteX162" fmla="*/ 1451500 w 3154526"/>
              <a:gd name="connsiteY162" fmla="*/ 904772 h 5229819"/>
              <a:gd name="connsiteX163" fmla="*/ 1824226 w 3154526"/>
              <a:gd name="connsiteY163" fmla="*/ 1311217 h 5229819"/>
              <a:gd name="connsiteX164" fmla="*/ 2204689 w 3154526"/>
              <a:gd name="connsiteY164" fmla="*/ 1730927 h 5229819"/>
              <a:gd name="connsiteX165" fmla="*/ 1890667 w 3154526"/>
              <a:gd name="connsiteY165" fmla="*/ 1206353 h 5229819"/>
              <a:gd name="connsiteX166" fmla="*/ 1627192 w 3154526"/>
              <a:gd name="connsiteY166" fmla="*/ 933479 h 5229819"/>
              <a:gd name="connsiteX167" fmla="*/ 1367798 w 3154526"/>
              <a:gd name="connsiteY167" fmla="*/ 807514 h 5229819"/>
              <a:gd name="connsiteX168" fmla="*/ 283580 w 3154526"/>
              <a:gd name="connsiteY168" fmla="*/ 681216 h 5229819"/>
              <a:gd name="connsiteX169" fmla="*/ 110348 w 3154526"/>
              <a:gd name="connsiteY169" fmla="*/ 708025 h 5229819"/>
              <a:gd name="connsiteX170" fmla="*/ 85723 w 3154526"/>
              <a:gd name="connsiteY170" fmla="*/ 819576 h 5229819"/>
              <a:gd name="connsiteX171" fmla="*/ 199932 w 3154526"/>
              <a:gd name="connsiteY171" fmla="*/ 893664 h 5229819"/>
              <a:gd name="connsiteX172" fmla="*/ 740736 w 3154526"/>
              <a:gd name="connsiteY172" fmla="*/ 1064235 h 5229819"/>
              <a:gd name="connsiteX173" fmla="*/ 1110528 w 3154526"/>
              <a:gd name="connsiteY173" fmla="*/ 1146285 h 5229819"/>
              <a:gd name="connsiteX174" fmla="*/ 459412 w 3154526"/>
              <a:gd name="connsiteY174" fmla="*/ 885372 h 5229819"/>
              <a:gd name="connsiteX175" fmla="*/ 543138 w 3154526"/>
              <a:gd name="connsiteY175" fmla="*/ 845601 h 5229819"/>
              <a:gd name="connsiteX176" fmla="*/ 910153 w 3154526"/>
              <a:gd name="connsiteY176" fmla="*/ 948610 h 5229819"/>
              <a:gd name="connsiteX177" fmla="*/ 966399 w 3154526"/>
              <a:gd name="connsiteY177" fmla="*/ 962382 h 5229819"/>
              <a:gd name="connsiteX178" fmla="*/ 283580 w 3154526"/>
              <a:gd name="connsiteY178" fmla="*/ 681216 h 5229819"/>
              <a:gd name="connsiteX179" fmla="*/ 1590373 w 3154526"/>
              <a:gd name="connsiteY179" fmla="*/ 207352 h 5229819"/>
              <a:gd name="connsiteX180" fmla="*/ 1849000 w 3154526"/>
              <a:gd name="connsiteY180" fmla="*/ 1052202 h 5229819"/>
              <a:gd name="connsiteX181" fmla="*/ 1897521 w 3154526"/>
              <a:gd name="connsiteY181" fmla="*/ 1104633 h 5229819"/>
              <a:gd name="connsiteX182" fmla="*/ 1590373 w 3154526"/>
              <a:gd name="connsiteY182" fmla="*/ 207352 h 5229819"/>
              <a:gd name="connsiteX183" fmla="*/ 1477590 w 3154526"/>
              <a:gd name="connsiteY183" fmla="*/ 196987 h 5229819"/>
              <a:gd name="connsiteX184" fmla="*/ 1734197 w 3154526"/>
              <a:gd name="connsiteY184" fmla="*/ 915385 h 5229819"/>
              <a:gd name="connsiteX185" fmla="*/ 1477590 w 3154526"/>
              <a:gd name="connsiteY185" fmla="*/ 196987 h 5229819"/>
              <a:gd name="connsiteX186" fmla="*/ 1520807 w 3154526"/>
              <a:gd name="connsiteY186" fmla="*/ 401 h 5229819"/>
              <a:gd name="connsiteX187" fmla="*/ 1959261 w 3154526"/>
              <a:gd name="connsiteY187" fmla="*/ 1004279 h 5229819"/>
              <a:gd name="connsiteX188" fmla="*/ 1999831 w 3154526"/>
              <a:gd name="connsiteY188" fmla="*/ 1233302 h 5229819"/>
              <a:gd name="connsiteX189" fmla="*/ 2119085 w 3154526"/>
              <a:gd name="connsiteY189" fmla="*/ 1423964 h 5229819"/>
              <a:gd name="connsiteX190" fmla="*/ 2335471 w 3154526"/>
              <a:gd name="connsiteY190" fmla="*/ 1850384 h 5229819"/>
              <a:gd name="connsiteX191" fmla="*/ 2392591 w 3154526"/>
              <a:gd name="connsiteY191" fmla="*/ 1951489 h 5229819"/>
              <a:gd name="connsiteX192" fmla="*/ 2748943 w 3154526"/>
              <a:gd name="connsiteY192" fmla="*/ 2303364 h 5229819"/>
              <a:gd name="connsiteX193" fmla="*/ 2806241 w 3154526"/>
              <a:gd name="connsiteY193" fmla="*/ 2339964 h 5229819"/>
              <a:gd name="connsiteX194" fmla="*/ 2679338 w 3154526"/>
              <a:gd name="connsiteY194" fmla="*/ 2010074 h 5229819"/>
              <a:gd name="connsiteX195" fmla="*/ 2606989 w 3154526"/>
              <a:gd name="connsiteY195" fmla="*/ 1775538 h 5229819"/>
              <a:gd name="connsiteX196" fmla="*/ 2582155 w 3154526"/>
              <a:gd name="connsiteY196" fmla="*/ 1309760 h 5229819"/>
              <a:gd name="connsiteX197" fmla="*/ 2592851 w 3154526"/>
              <a:gd name="connsiteY197" fmla="*/ 1261833 h 5229819"/>
              <a:gd name="connsiteX198" fmla="*/ 2718128 w 3154526"/>
              <a:gd name="connsiteY198" fmla="*/ 1210907 h 5229819"/>
              <a:gd name="connsiteX199" fmla="*/ 2951511 w 3154526"/>
              <a:gd name="connsiteY199" fmla="*/ 1441852 h 5229819"/>
              <a:gd name="connsiteX200" fmla="*/ 3144770 w 3154526"/>
              <a:gd name="connsiteY200" fmla="*/ 2025597 h 5229819"/>
              <a:gd name="connsiteX201" fmla="*/ 3154526 w 3154526"/>
              <a:gd name="connsiteY201" fmla="*/ 2110676 h 5229819"/>
              <a:gd name="connsiteX202" fmla="*/ 3154526 w 3154526"/>
              <a:gd name="connsiteY202" fmla="*/ 2821253 h 5229819"/>
              <a:gd name="connsiteX203" fmla="*/ 2760231 w 3154526"/>
              <a:gd name="connsiteY203" fmla="*/ 2387604 h 5229819"/>
              <a:gd name="connsiteX204" fmla="*/ 2690109 w 3154526"/>
              <a:gd name="connsiteY204" fmla="*/ 2343136 h 5229819"/>
              <a:gd name="connsiteX205" fmla="*/ 2584945 w 3154526"/>
              <a:gd name="connsiteY205" fmla="*/ 2319604 h 5229819"/>
              <a:gd name="connsiteX206" fmla="*/ 2476459 w 3154526"/>
              <a:gd name="connsiteY206" fmla="*/ 2274585 h 5229819"/>
              <a:gd name="connsiteX207" fmla="*/ 1635021 w 3154526"/>
              <a:gd name="connsiteY207" fmla="*/ 2080790 h 5229819"/>
              <a:gd name="connsiteX208" fmla="*/ 994284 w 3154526"/>
              <a:gd name="connsiteY208" fmla="*/ 1848426 h 5229819"/>
              <a:gd name="connsiteX209" fmla="*/ 900907 w 3154526"/>
              <a:gd name="connsiteY209" fmla="*/ 1722986 h 5229819"/>
              <a:gd name="connsiteX210" fmla="*/ 1019942 w 3154526"/>
              <a:gd name="connsiteY210" fmla="*/ 1634959 h 5229819"/>
              <a:gd name="connsiteX211" fmla="*/ 1436756 w 3154526"/>
              <a:gd name="connsiteY211" fmla="*/ 1581585 h 5229819"/>
              <a:gd name="connsiteX212" fmla="*/ 1745065 w 3154526"/>
              <a:gd name="connsiteY212" fmla="*/ 1615304 h 5229819"/>
              <a:gd name="connsiteX213" fmla="*/ 1601192 w 3154526"/>
              <a:gd name="connsiteY213" fmla="*/ 1445865 h 5229819"/>
              <a:gd name="connsiteX214" fmla="*/ 1401935 w 3154526"/>
              <a:gd name="connsiteY214" fmla="*/ 1322332 h 5229819"/>
              <a:gd name="connsiteX215" fmla="*/ 1350058 w 3154526"/>
              <a:gd name="connsiteY215" fmla="*/ 1304329 h 5229819"/>
              <a:gd name="connsiteX216" fmla="*/ 1196299 w 3154526"/>
              <a:gd name="connsiteY216" fmla="*/ 1267380 h 5229819"/>
              <a:gd name="connsiteX217" fmla="*/ 1010774 w 3154526"/>
              <a:gd name="connsiteY217" fmla="*/ 1183133 h 5229819"/>
              <a:gd name="connsiteX218" fmla="*/ 762606 w 3154526"/>
              <a:gd name="connsiteY218" fmla="*/ 1122658 h 5229819"/>
              <a:gd name="connsiteX219" fmla="*/ 154893 w 3154526"/>
              <a:gd name="connsiteY219" fmla="*/ 930327 h 5229819"/>
              <a:gd name="connsiteX220" fmla="*/ 41348 w 3154526"/>
              <a:gd name="connsiteY220" fmla="*/ 855682 h 5229819"/>
              <a:gd name="connsiteX221" fmla="*/ 71618 w 3154526"/>
              <a:gd name="connsiteY221" fmla="*/ 669959 h 5229819"/>
              <a:gd name="connsiteX222" fmla="*/ 192882 w 3154526"/>
              <a:gd name="connsiteY222" fmla="*/ 633126 h 5229819"/>
              <a:gd name="connsiteX223" fmla="*/ 753661 w 3154526"/>
              <a:gd name="connsiteY223" fmla="*/ 741211 h 5229819"/>
              <a:gd name="connsiteX224" fmla="*/ 1255776 w 3154526"/>
              <a:gd name="connsiteY224" fmla="*/ 1147472 h 5229819"/>
              <a:gd name="connsiteX225" fmla="*/ 1455766 w 3154526"/>
              <a:gd name="connsiteY225" fmla="*/ 1276598 h 5229819"/>
              <a:gd name="connsiteX226" fmla="*/ 1288932 w 3154526"/>
              <a:gd name="connsiteY226" fmla="*/ 1033280 h 5229819"/>
              <a:gd name="connsiteX227" fmla="*/ 1232411 w 3154526"/>
              <a:gd name="connsiteY227" fmla="*/ 880301 h 5229819"/>
              <a:gd name="connsiteX228" fmla="*/ 1384570 w 3154526"/>
              <a:gd name="connsiteY228" fmla="*/ 733996 h 5229819"/>
              <a:gd name="connsiteX229" fmla="*/ 1507746 w 3154526"/>
              <a:gd name="connsiteY229" fmla="*/ 755398 h 5229819"/>
              <a:gd name="connsiteX230" fmla="*/ 1477350 w 3154526"/>
              <a:gd name="connsiteY230" fmla="*/ 678725 h 5229819"/>
              <a:gd name="connsiteX231" fmla="*/ 1417151 w 3154526"/>
              <a:gd name="connsiteY231" fmla="*/ 168105 h 5229819"/>
              <a:gd name="connsiteX232" fmla="*/ 1520807 w 3154526"/>
              <a:gd name="connsiteY232"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154526" h="5229819">
                <a:moveTo>
                  <a:pt x="2984957" y="4764199"/>
                </a:moveTo>
                <a:cubicBezTo>
                  <a:pt x="3018240" y="4767408"/>
                  <a:pt x="3051712" y="4773969"/>
                  <a:pt x="3085247" y="4783935"/>
                </a:cubicBezTo>
                <a:lnTo>
                  <a:pt x="3154526" y="4805985"/>
                </a:lnTo>
                <a:lnTo>
                  <a:pt x="3154526" y="4854317"/>
                </a:lnTo>
                <a:lnTo>
                  <a:pt x="3077489" y="4835342"/>
                </a:lnTo>
                <a:cubicBezTo>
                  <a:pt x="3033509" y="4827066"/>
                  <a:pt x="2989112" y="4821557"/>
                  <a:pt x="2943802" y="4819637"/>
                </a:cubicBezTo>
                <a:cubicBezTo>
                  <a:pt x="2893293" y="4817421"/>
                  <a:pt x="2839830" y="4831234"/>
                  <a:pt x="2790751" y="4847576"/>
                </a:cubicBezTo>
                <a:cubicBezTo>
                  <a:pt x="2669496" y="4887789"/>
                  <a:pt x="2461044" y="5000040"/>
                  <a:pt x="2434897" y="5031577"/>
                </a:cubicBezTo>
                <a:cubicBezTo>
                  <a:pt x="2484364" y="5038618"/>
                  <a:pt x="2785484" y="4986917"/>
                  <a:pt x="2951768" y="4976098"/>
                </a:cubicBezTo>
                <a:lnTo>
                  <a:pt x="3154526" y="4968709"/>
                </a:lnTo>
                <a:lnTo>
                  <a:pt x="3154526" y="5031765"/>
                </a:lnTo>
                <a:lnTo>
                  <a:pt x="3014835" y="5034301"/>
                </a:lnTo>
                <a:cubicBezTo>
                  <a:pt x="2710439" y="5051677"/>
                  <a:pt x="2441583" y="5097943"/>
                  <a:pt x="2393353" y="5115550"/>
                </a:cubicBezTo>
                <a:cubicBezTo>
                  <a:pt x="2431157" y="5160603"/>
                  <a:pt x="2707409" y="5188478"/>
                  <a:pt x="2867479" y="5174972"/>
                </a:cubicBezTo>
                <a:lnTo>
                  <a:pt x="3154526" y="5146324"/>
                </a:lnTo>
                <a:lnTo>
                  <a:pt x="3154526" y="5195560"/>
                </a:lnTo>
                <a:lnTo>
                  <a:pt x="2893424" y="5222073"/>
                </a:ln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29101" y="3729983"/>
                </a:moveTo>
                <a:cubicBezTo>
                  <a:pt x="2661589" y="3730947"/>
                  <a:pt x="2697073" y="3732787"/>
                  <a:pt x="2725377" y="3746294"/>
                </a:cubicBezTo>
                <a:cubicBezTo>
                  <a:pt x="2822777" y="3791583"/>
                  <a:pt x="2920786" y="3836926"/>
                  <a:pt x="3013384" y="3891324"/>
                </a:cubicBezTo>
                <a:lnTo>
                  <a:pt x="3154526" y="3990464"/>
                </a:lnTo>
                <a:lnTo>
                  <a:pt x="3154526" y="4060395"/>
                </a:lnTo>
                <a:lnTo>
                  <a:pt x="3036403" y="3972021"/>
                </a:lnTo>
                <a:cubicBezTo>
                  <a:pt x="2907615" y="3883525"/>
                  <a:pt x="2779554" y="3819455"/>
                  <a:pt x="2688997" y="3810128"/>
                </a:cubicBezTo>
                <a:cubicBezTo>
                  <a:pt x="2831670" y="3941058"/>
                  <a:pt x="2937046" y="4076752"/>
                  <a:pt x="3092476" y="4164235"/>
                </a:cubicBezTo>
                <a:lnTo>
                  <a:pt x="3154526" y="4207256"/>
                </a:lnTo>
                <a:lnTo>
                  <a:pt x="3154526" y="4417507"/>
                </a:lnTo>
                <a:lnTo>
                  <a:pt x="3087942" y="4378606"/>
                </a:lnTo>
                <a:cubicBezTo>
                  <a:pt x="3102143" y="4394351"/>
                  <a:pt x="3115996" y="4410565"/>
                  <a:pt x="3130359" y="4425849"/>
                </a:cubicBezTo>
                <a:lnTo>
                  <a:pt x="3154526" y="4447989"/>
                </a:lnTo>
                <a:lnTo>
                  <a:pt x="3154526" y="4543354"/>
                </a:lnTo>
                <a:lnTo>
                  <a:pt x="3094526" y="4521621"/>
                </a:lnTo>
                <a:cubicBezTo>
                  <a:pt x="3058315" y="4508467"/>
                  <a:pt x="3021946" y="449579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785895" y="4647295"/>
                  <a:pt x="2924346" y="4650622"/>
                  <a:pt x="3060973" y="4624283"/>
                </a:cubicBezTo>
                <a:lnTo>
                  <a:pt x="3154526" y="4599347"/>
                </a:lnTo>
                <a:lnTo>
                  <a:pt x="3154526" y="4661496"/>
                </a:lnTo>
                <a:lnTo>
                  <a:pt x="3124590" y="4670972"/>
                </a:lnTo>
                <a:cubicBezTo>
                  <a:pt x="2971313" y="4708028"/>
                  <a:pt x="2814417" y="4711286"/>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600173" y="3247414"/>
                </a:moveTo>
                <a:cubicBezTo>
                  <a:pt x="2739107" y="3233347"/>
                  <a:pt x="2875094" y="3248675"/>
                  <a:pt x="3008079" y="3291395"/>
                </a:cubicBezTo>
                <a:lnTo>
                  <a:pt x="3154526" y="3354047"/>
                </a:lnTo>
                <a:lnTo>
                  <a:pt x="3154526" y="3464030"/>
                </a:lnTo>
                <a:lnTo>
                  <a:pt x="3150012" y="3464430"/>
                </a:lnTo>
                <a:cubicBezTo>
                  <a:pt x="3100914" y="3475356"/>
                  <a:pt x="3052436" y="3493594"/>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460502" y="3268829"/>
                  <a:pt x="2530706" y="3254447"/>
                  <a:pt x="2600173" y="3247414"/>
                </a:cubicBezTo>
                <a:close/>
                <a:moveTo>
                  <a:pt x="2319352" y="2601737"/>
                </a:moveTo>
                <a:cubicBezTo>
                  <a:pt x="2479864" y="2611004"/>
                  <a:pt x="2629308" y="2651575"/>
                  <a:pt x="2766163" y="2737145"/>
                </a:cubicBezTo>
                <a:cubicBezTo>
                  <a:pt x="2835451" y="2780619"/>
                  <a:pt x="2910653" y="2816308"/>
                  <a:pt x="2974746" y="2866399"/>
                </a:cubicBezTo>
                <a:cubicBezTo>
                  <a:pt x="3023787" y="2904282"/>
                  <a:pt x="3073991" y="2942035"/>
                  <a:pt x="3121568" y="2982134"/>
                </a:cubicBezTo>
                <a:lnTo>
                  <a:pt x="3154526" y="3011886"/>
                </a:lnTo>
                <a:lnTo>
                  <a:pt x="3154526" y="3160319"/>
                </a:lnTo>
                <a:lnTo>
                  <a:pt x="3067546" y="3110720"/>
                </a:lnTo>
                <a:cubicBezTo>
                  <a:pt x="2761030" y="2947917"/>
                  <a:pt x="2322476" y="2787314"/>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675451" y="3114433"/>
                  <a:pt x="2844900" y="3140546"/>
                  <a:pt x="3016861" y="3160740"/>
                </a:cubicBezTo>
                <a:lnTo>
                  <a:pt x="3154526" y="3176279"/>
                </a:lnTo>
                <a:lnTo>
                  <a:pt x="3154526" y="3250361"/>
                </a:lnTo>
                <a:lnTo>
                  <a:pt x="3091307" y="3229805"/>
                </a:ln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38773" y="1630286"/>
                  <a:pt x="3113633" y="1822140"/>
                  <a:pt x="3144770" y="2025597"/>
                </a:cubicBezTo>
                <a:lnTo>
                  <a:pt x="3154526" y="2110676"/>
                </a:lnTo>
                <a:lnTo>
                  <a:pt x="3154526" y="2821253"/>
                </a:lnTo>
                <a:lnTo>
                  <a:pt x="2760231" y="2387604"/>
                </a:ln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accent4">
              <a:lumMod val="60000"/>
              <a:lumOff val="40000"/>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pic>
        <p:nvPicPr>
          <p:cNvPr id="6" name="Graphic 5">
            <a:extLst>
              <a:ext uri="{FF2B5EF4-FFF2-40B4-BE49-F238E27FC236}">
                <a16:creationId xmlns:a16="http://schemas.microsoft.com/office/drawing/2014/main" id="{7CB19B63-2AAF-E86D-D7F1-B659DB36B5AC}"/>
              </a:ext>
              <a:ext uri="{C183D7F6-B498-43B3-948B-1728B52AA6E4}">
                <adec:decorative xmlns:adec="http://schemas.microsoft.com/office/drawing/2017/decorative" val="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l="27188"/>
          <a:stretch>
            <a:fillRect/>
          </a:stretch>
        </p:blipFill>
        <p:spPr>
          <a:xfrm>
            <a:off x="-1" y="2673019"/>
            <a:ext cx="1697023" cy="1898712"/>
          </a:xfrm>
          <a:custGeom>
            <a:avLst/>
            <a:gdLst>
              <a:gd name="connsiteX0" fmla="*/ 0 w 1697023"/>
              <a:gd name="connsiteY0" fmla="*/ 0 h 1898712"/>
              <a:gd name="connsiteX1" fmla="*/ 1697023 w 1697023"/>
              <a:gd name="connsiteY1" fmla="*/ 0 h 1898712"/>
              <a:gd name="connsiteX2" fmla="*/ 1697023 w 1697023"/>
              <a:gd name="connsiteY2" fmla="*/ 1898712 h 1898712"/>
              <a:gd name="connsiteX3" fmla="*/ 0 w 1697023"/>
              <a:gd name="connsiteY3" fmla="*/ 1898712 h 1898712"/>
            </a:gdLst>
            <a:ahLst/>
            <a:cxnLst>
              <a:cxn ang="0">
                <a:pos x="connsiteX0" y="connsiteY0"/>
              </a:cxn>
              <a:cxn ang="0">
                <a:pos x="connsiteX1" y="connsiteY1"/>
              </a:cxn>
              <a:cxn ang="0">
                <a:pos x="connsiteX2" y="connsiteY2"/>
              </a:cxn>
              <a:cxn ang="0">
                <a:pos x="connsiteX3" y="connsiteY3"/>
              </a:cxn>
            </a:cxnLst>
            <a:rect l="l" t="t" r="r" b="b"/>
            <a:pathLst>
              <a:path w="1697023" h="1898712">
                <a:moveTo>
                  <a:pt x="0" y="0"/>
                </a:moveTo>
                <a:lnTo>
                  <a:pt x="1697023" y="0"/>
                </a:lnTo>
                <a:lnTo>
                  <a:pt x="1697023" y="1898712"/>
                </a:lnTo>
                <a:lnTo>
                  <a:pt x="0" y="1898712"/>
                </a:lnTo>
                <a:close/>
              </a:path>
            </a:pathLst>
          </a:custGeom>
        </p:spPr>
      </p:pic>
      <p:sp>
        <p:nvSpPr>
          <p:cNvPr id="22" name="Freeform: Shape 21">
            <a:extLst>
              <a:ext uri="{FF2B5EF4-FFF2-40B4-BE49-F238E27FC236}">
                <a16:creationId xmlns:a16="http://schemas.microsoft.com/office/drawing/2014/main" id="{83712F38-4391-A499-56E2-8F095A506D08}"/>
              </a:ext>
              <a:ext uri="{C183D7F6-B498-43B3-948B-1728B52AA6E4}">
                <adec:decorative xmlns:adec="http://schemas.microsoft.com/office/drawing/2017/decorative" val="1"/>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914400" y="914400"/>
            <a:ext cx="10360152" cy="2843784"/>
          </a:xfrm>
        </p:spPr>
        <p:txBody>
          <a:bodyPr anchor="b" anchorCtr="0"/>
          <a:lstStyle>
            <a:lvl1pPr algn="ctr">
              <a:defRPr sz="4800" cap="none" baseline="0">
                <a:latin typeface="+mj-lt"/>
              </a:defRPr>
            </a:lvl1pPr>
          </a:lstStyle>
          <a:p>
            <a:r>
              <a:rPr lang="en-US" dirty="0"/>
              <a:t>click to add title</a:t>
            </a:r>
          </a:p>
        </p:txBody>
      </p:sp>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hasCustomPrompt="1"/>
          </p:nvPr>
        </p:nvSpPr>
        <p:spPr>
          <a:xfrm>
            <a:off x="2041114" y="3825875"/>
            <a:ext cx="8109772" cy="2644775"/>
          </a:xfrm>
        </p:spPr>
        <p:txBody>
          <a:bodyPr>
            <a:normAutofit/>
          </a:bodyPr>
          <a:lstStyle>
            <a:lvl1pPr marL="0" indent="0" algn="ctr">
              <a:lnSpc>
                <a:spcPct val="100000"/>
              </a:lnSpc>
              <a:spcBef>
                <a:spcPts val="0"/>
              </a:spcBef>
              <a:buNone/>
              <a:defRPr sz="2400" cap="all" baseline="0"/>
            </a:lvl1pPr>
          </a:lstStyle>
          <a:p>
            <a:pPr lvl="0"/>
            <a:r>
              <a:rPr lang="en-US" dirty="0"/>
              <a:t>Click to add text</a:t>
            </a: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1">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179F09D-FCEF-2378-FD6D-390137D19D7F}"/>
              </a:ext>
            </a:extLst>
          </p:cNvPr>
          <p:cNvSpPr>
            <a:spLocks noGrp="1"/>
          </p:cNvSpPr>
          <p:nvPr>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2" name="Content Placeholder 6">
            <a:extLst>
              <a:ext uri="{FF2B5EF4-FFF2-40B4-BE49-F238E27FC236}">
                <a16:creationId xmlns:a16="http://schemas.microsoft.com/office/drawing/2014/main" id="{43E2AC72-73DB-7038-4867-55751103F51A}"/>
              </a:ext>
            </a:extLst>
          </p:cNvPr>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6">
            <a:extLst>
              <a:ext uri="{FF2B5EF4-FFF2-40B4-BE49-F238E27FC236}">
                <a16:creationId xmlns:a16="http://schemas.microsoft.com/office/drawing/2014/main" id="{C4B21F26-677B-015C-5D71-238B3798DF57}"/>
              </a:ext>
            </a:extLst>
          </p:cNvPr>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6">
            <a:extLst>
              <a:ext uri="{FF2B5EF4-FFF2-40B4-BE49-F238E27FC236}">
                <a16:creationId xmlns:a16="http://schemas.microsoft.com/office/drawing/2014/main" id="{A3F1B258-8FBC-06A8-3A1F-466CEEDBBEF2}"/>
              </a:ext>
              <a:ext uri="{C183D7F6-B498-43B3-948B-1728B52AA6E4}">
                <adec:decorative xmlns:adec="http://schemas.microsoft.com/office/drawing/2017/decorative" val="1"/>
              </a:ext>
            </a:extLst>
          </p:cNvPr>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11">
            <a:extLst>
              <a:ext uri="{FF2B5EF4-FFF2-40B4-BE49-F238E27FC236}">
                <a16:creationId xmlns:a16="http://schemas.microsoft.com/office/drawing/2014/main" id="{8BAD4AF0-64CE-5C0E-5440-00F8FC6B3194}"/>
              </a:ext>
              <a:ext uri="{C183D7F6-B498-43B3-948B-1728B52AA6E4}">
                <adec:decorative xmlns:adec="http://schemas.microsoft.com/office/drawing/2017/decorative" val="1"/>
              </a:ext>
            </a:extLst>
          </p:cNvPr>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Slide Number Placeholder 5">
            <a:extLst>
              <a:ext uri="{FF2B5EF4-FFF2-40B4-BE49-F238E27FC236}">
                <a16:creationId xmlns:a16="http://schemas.microsoft.com/office/drawing/2014/main" id="{03D91060-B9BF-0FA6-BD7C-AF8E38E919D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45243351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DCD020E-88CF-303D-F947-8EE980AC8093}"/>
              </a:ext>
              <a:ext uri="{C183D7F6-B498-43B3-948B-1728B52AA6E4}">
                <adec:decorative xmlns:adec="http://schemas.microsoft.com/office/drawing/2017/decorative" val="1"/>
              </a:ext>
            </a:extLst>
          </p:cNvPr>
          <p:cNvGrpSpPr/>
          <p:nvPr userDrawn="1"/>
        </p:nvGrpSpPr>
        <p:grpSpPr>
          <a:xfrm>
            <a:off x="1" y="1"/>
            <a:ext cx="12192000" cy="6800411"/>
            <a:chOff x="1" y="1"/>
            <a:chExt cx="12192000" cy="6800411"/>
          </a:xfrm>
        </p:grpSpPr>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914400" y="914400"/>
            <a:ext cx="10360152" cy="914400"/>
          </a:xfrm>
        </p:spPr>
        <p:txBody>
          <a:bodyPr anchor="b"/>
          <a:lstStyle>
            <a:lvl1pPr>
              <a:defRPr sz="3200"/>
            </a:lvl1pPr>
          </a:lstStyle>
          <a:p>
            <a:r>
              <a:rPr lang="en-US" dirty="0"/>
              <a:t>click to add title</a:t>
            </a:r>
          </a:p>
        </p:txBody>
      </p:sp>
      <p:sp>
        <p:nvSpPr>
          <p:cNvPr id="10" name="Content Placeholder 6">
            <a:extLst>
              <a:ext uri="{FF2B5EF4-FFF2-40B4-BE49-F238E27FC236}">
                <a16:creationId xmlns:a16="http://schemas.microsoft.com/office/drawing/2014/main" id="{75BC41E0-D44A-D8E0-DC48-F6520F28F71A}"/>
              </a:ext>
            </a:extLst>
          </p:cNvPr>
          <p:cNvSpPr>
            <a:spLocks noGrp="1"/>
          </p:cNvSpPr>
          <p:nvPr>
            <p:ph sz="quarter" idx="13"/>
          </p:nvPr>
        </p:nvSpPr>
        <p:spPr>
          <a:xfrm>
            <a:off x="914399" y="2039112"/>
            <a:ext cx="3364992" cy="3904488"/>
          </a:xfrm>
        </p:spPr>
        <p:txBody>
          <a:bodyPr>
            <a:normAutofit/>
          </a:bodyPr>
          <a:lstStyle>
            <a:lvl1pPr marL="228600" indent="-228600">
              <a:buFont typeface="+mj-lt"/>
              <a:buAutoNum type="arabicPeriod"/>
              <a:defRPr sz="2000"/>
            </a:lvl1pPr>
            <a:lvl2pPr marL="685800" indent="-457200">
              <a:spcBef>
                <a:spcPts val="1000"/>
              </a:spcBef>
              <a:buFont typeface="+mj-lt"/>
              <a:buAutoNum type="alphaLcPeriod"/>
              <a:defRPr sz="2000"/>
            </a:lvl2pPr>
            <a:lvl3pPr marL="914400" indent="-457200">
              <a:spcBef>
                <a:spcPts val="1000"/>
              </a:spcBef>
              <a:buFont typeface="+mj-lt"/>
              <a:buAutoNum type="arabicParenR"/>
              <a:defRPr sz="2000"/>
            </a:lvl3pPr>
            <a:lvl4pPr marL="1143000" indent="-457200">
              <a:spcBef>
                <a:spcPts val="1000"/>
              </a:spcBef>
              <a:buFont typeface="+mj-lt"/>
              <a:buAutoNum type="alphaLcParenR"/>
              <a:defRPr sz="2000"/>
            </a:lvl4pPr>
            <a:lvl5pPr marL="11430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Content Placeholder 6">
            <a:extLst>
              <a:ext uri="{FF2B5EF4-FFF2-40B4-BE49-F238E27FC236}">
                <a16:creationId xmlns:a16="http://schemas.microsoft.com/office/drawing/2014/main" id="{25E9E434-8C66-15D8-D6B1-5DBED995F9B5}"/>
              </a:ext>
            </a:extLst>
          </p:cNvPr>
          <p:cNvSpPr>
            <a:spLocks noGrp="1"/>
          </p:cNvSpPr>
          <p:nvPr>
            <p:ph sz="quarter" idx="12"/>
          </p:nvPr>
        </p:nvSpPr>
        <p:spPr>
          <a:xfrm>
            <a:off x="4743451" y="2039112"/>
            <a:ext cx="6537960"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a:extLst>
              <a:ext uri="{FF2B5EF4-FFF2-40B4-BE49-F238E27FC236}">
                <a16:creationId xmlns:a16="http://schemas.microsoft.com/office/drawing/2014/main" id="{0BFE17F0-931A-B121-FFD2-AF3DBB5D6CF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27163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Content and Picture">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 uri="{C183D7F6-B498-43B3-948B-1728B52AA6E4}">
                <adec:decorative xmlns:adec="http://schemas.microsoft.com/office/drawing/2017/decorative" val="1"/>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 uri="{C183D7F6-B498-43B3-948B-1728B52AA6E4}">
                <adec:decorative xmlns:adec="http://schemas.microsoft.com/office/drawing/2017/decorative" val="1"/>
              </a:ext>
            </a:extLst>
          </p:cNvPr>
          <p:cNvSpPr/>
          <p:nvPr userDrawn="1"/>
        </p:nvSpPr>
        <p:spPr>
          <a:xfrm rot="5400000">
            <a:off x="7072129" y="3184875"/>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p:nvPr>
        </p:nvSpPr>
        <p:spPr>
          <a:xfrm>
            <a:off x="914400" y="914400"/>
            <a:ext cx="7534656"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2A01A65B-D54F-AD53-7320-5D272BEC11D3}"/>
              </a:ext>
            </a:extLst>
          </p:cNvPr>
          <p:cNvSpPr>
            <a:spLocks noGrp="1"/>
          </p:cNvSpPr>
          <p:nvPr>
            <p:ph sz="quarter" idx="12"/>
          </p:nvPr>
        </p:nvSpPr>
        <p:spPr>
          <a:xfrm>
            <a:off x="914399" y="2039111"/>
            <a:ext cx="5650992"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E724DBE4-044A-67D8-93C0-EB245AFBB297}"/>
              </a:ext>
            </a:extLst>
          </p:cNvPr>
          <p:cNvSpPr>
            <a:spLocks noGrp="1"/>
          </p:cNvSpPr>
          <p:nvPr>
            <p:ph type="pic" sz="quarter" idx="10"/>
          </p:nvPr>
        </p:nvSpPr>
        <p:spPr>
          <a:xfrm>
            <a:off x="7623125" y="-20757"/>
            <a:ext cx="4589511" cy="6555026"/>
          </a:xfrm>
          <a:custGeom>
            <a:avLst/>
            <a:gdLst>
              <a:gd name="connsiteX0" fmla="*/ 0 w 4573588"/>
              <a:gd name="connsiteY0" fmla="*/ 3278407 h 6556813"/>
              <a:gd name="connsiteX1" fmla="*/ 2286794 w 4573588"/>
              <a:gd name="connsiteY1" fmla="*/ 0 h 6556813"/>
              <a:gd name="connsiteX2" fmla="*/ 4573588 w 4573588"/>
              <a:gd name="connsiteY2" fmla="*/ 3278407 h 6556813"/>
              <a:gd name="connsiteX3" fmla="*/ 2286794 w 4573588"/>
              <a:gd name="connsiteY3" fmla="*/ 6556814 h 6556813"/>
              <a:gd name="connsiteX4" fmla="*/ 0 w 4573588"/>
              <a:gd name="connsiteY4" fmla="*/ 3278407 h 6556813"/>
              <a:gd name="connsiteX0" fmla="*/ 3943 w 4577531"/>
              <a:gd name="connsiteY0" fmla="*/ 3278407 h 6556814"/>
              <a:gd name="connsiteX1" fmla="*/ 1909737 w 4577531"/>
              <a:gd name="connsiteY1" fmla="*/ 0 h 6556814"/>
              <a:gd name="connsiteX2" fmla="*/ 4577531 w 4577531"/>
              <a:gd name="connsiteY2" fmla="*/ 3278407 h 6556814"/>
              <a:gd name="connsiteX3" fmla="*/ 2290737 w 4577531"/>
              <a:gd name="connsiteY3" fmla="*/ 6556814 h 6556814"/>
              <a:gd name="connsiteX4" fmla="*/ 3943 w 4577531"/>
              <a:gd name="connsiteY4" fmla="*/ 3278407 h 6556814"/>
              <a:gd name="connsiteX0" fmla="*/ 2372 w 4749832"/>
              <a:gd name="connsiteY0" fmla="*/ 3670402 h 6948809"/>
              <a:gd name="connsiteX1" fmla="*/ 1908166 w 4749832"/>
              <a:gd name="connsiteY1" fmla="*/ 391995 h 6948809"/>
              <a:gd name="connsiteX2" fmla="*/ 4460073 w 4749832"/>
              <a:gd name="connsiteY2" fmla="*/ 424182 h 6948809"/>
              <a:gd name="connsiteX3" fmla="*/ 4575960 w 4749832"/>
              <a:gd name="connsiteY3" fmla="*/ 3670402 h 6948809"/>
              <a:gd name="connsiteX4" fmla="*/ 2289166 w 4749832"/>
              <a:gd name="connsiteY4" fmla="*/ 6948809 h 6948809"/>
              <a:gd name="connsiteX5" fmla="*/ 2372 w 4749832"/>
              <a:gd name="connsiteY5" fmla="*/ 3670402 h 6948809"/>
              <a:gd name="connsiteX0" fmla="*/ 2372 w 4749832"/>
              <a:gd name="connsiteY0" fmla="*/ 3515592 h 6793999"/>
              <a:gd name="connsiteX1" fmla="*/ 1908166 w 4749832"/>
              <a:gd name="connsiteY1" fmla="*/ 237185 h 6793999"/>
              <a:gd name="connsiteX2" fmla="*/ 4460073 w 4749832"/>
              <a:gd name="connsiteY2" fmla="*/ 269372 h 6793999"/>
              <a:gd name="connsiteX3" fmla="*/ 4575960 w 4749832"/>
              <a:gd name="connsiteY3" fmla="*/ 3515592 h 6793999"/>
              <a:gd name="connsiteX4" fmla="*/ 2289166 w 4749832"/>
              <a:gd name="connsiteY4" fmla="*/ 6793999 h 6793999"/>
              <a:gd name="connsiteX5" fmla="*/ 2372 w 4749832"/>
              <a:gd name="connsiteY5" fmla="*/ 3515592 h 679399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2433 w 4711793"/>
              <a:gd name="connsiteY0" fmla="*/ 4771380 h 6899113"/>
              <a:gd name="connsiteX1" fmla="*/ 1870127 w 4711793"/>
              <a:gd name="connsiteY1" fmla="*/ 321398 h 6899113"/>
              <a:gd name="connsiteX2" fmla="*/ 4422034 w 4711793"/>
              <a:gd name="connsiteY2" fmla="*/ 353585 h 6899113"/>
              <a:gd name="connsiteX3" fmla="*/ 4537921 w 4711793"/>
              <a:gd name="connsiteY3" fmla="*/ 3599805 h 6899113"/>
              <a:gd name="connsiteX4" fmla="*/ 2251127 w 4711793"/>
              <a:gd name="connsiteY4" fmla="*/ 6878212 h 6899113"/>
              <a:gd name="connsiteX5" fmla="*/ 2433 w 4711793"/>
              <a:gd name="connsiteY5" fmla="*/ 4771380 h 6899113"/>
              <a:gd name="connsiteX0" fmla="*/ 2433 w 4711793"/>
              <a:gd name="connsiteY0" fmla="*/ 4736101 h 6863719"/>
              <a:gd name="connsiteX1" fmla="*/ 1870127 w 4711793"/>
              <a:gd name="connsiteY1" fmla="*/ 333744 h 6863719"/>
              <a:gd name="connsiteX2" fmla="*/ 4422034 w 4711793"/>
              <a:gd name="connsiteY2" fmla="*/ 318306 h 6863719"/>
              <a:gd name="connsiteX3" fmla="*/ 4537921 w 4711793"/>
              <a:gd name="connsiteY3" fmla="*/ 3564526 h 6863719"/>
              <a:gd name="connsiteX4" fmla="*/ 2251127 w 4711793"/>
              <a:gd name="connsiteY4" fmla="*/ 6842933 h 6863719"/>
              <a:gd name="connsiteX5" fmla="*/ 2433 w 4711793"/>
              <a:gd name="connsiteY5" fmla="*/ 4736101 h 6863719"/>
              <a:gd name="connsiteX0" fmla="*/ 2995 w 4712355"/>
              <a:gd name="connsiteY0" fmla="*/ 4417795 h 6545413"/>
              <a:gd name="connsiteX1" fmla="*/ 1870689 w 4712355"/>
              <a:gd name="connsiteY1" fmla="*/ 15438 h 6545413"/>
              <a:gd name="connsiteX2" fmla="*/ 4422596 w 4712355"/>
              <a:gd name="connsiteY2" fmla="*/ 0 h 6545413"/>
              <a:gd name="connsiteX3" fmla="*/ 4538483 w 4712355"/>
              <a:gd name="connsiteY3" fmla="*/ 3246220 h 6545413"/>
              <a:gd name="connsiteX4" fmla="*/ 2251689 w 4712355"/>
              <a:gd name="connsiteY4" fmla="*/ 6524627 h 6545413"/>
              <a:gd name="connsiteX5" fmla="*/ 2995 w 4712355"/>
              <a:gd name="connsiteY5" fmla="*/ 4417795 h 6545413"/>
              <a:gd name="connsiteX0" fmla="*/ 3403 w 4712763"/>
              <a:gd name="connsiteY0" fmla="*/ 4724021 h 6851639"/>
              <a:gd name="connsiteX1" fmla="*/ 1871097 w 4712763"/>
              <a:gd name="connsiteY1" fmla="*/ 321664 h 6851639"/>
              <a:gd name="connsiteX2" fmla="*/ 4423004 w 4712763"/>
              <a:gd name="connsiteY2" fmla="*/ 306226 h 6851639"/>
              <a:gd name="connsiteX3" fmla="*/ 4538891 w 4712763"/>
              <a:gd name="connsiteY3" fmla="*/ 3552446 h 6851639"/>
              <a:gd name="connsiteX4" fmla="*/ 2252097 w 4712763"/>
              <a:gd name="connsiteY4" fmla="*/ 6830853 h 6851639"/>
              <a:gd name="connsiteX5" fmla="*/ 3403 w 4712763"/>
              <a:gd name="connsiteY5" fmla="*/ 4724021 h 6851639"/>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12060 w 4721420"/>
              <a:gd name="connsiteY0" fmla="*/ 4417795 h 6545413"/>
              <a:gd name="connsiteX1" fmla="*/ 1879754 w 4721420"/>
              <a:gd name="connsiteY1" fmla="*/ 15438 h 6545413"/>
              <a:gd name="connsiteX2" fmla="*/ 4431661 w 4721420"/>
              <a:gd name="connsiteY2" fmla="*/ 0 h 6545413"/>
              <a:gd name="connsiteX3" fmla="*/ 4547548 w 4721420"/>
              <a:gd name="connsiteY3" fmla="*/ 3246220 h 6545413"/>
              <a:gd name="connsiteX4" fmla="*/ 2260754 w 4721420"/>
              <a:gd name="connsiteY4" fmla="*/ 6524627 h 6545413"/>
              <a:gd name="connsiteX5" fmla="*/ 12060 w 4721420"/>
              <a:gd name="connsiteY5" fmla="*/ 4417795 h 6545413"/>
              <a:gd name="connsiteX0" fmla="*/ 17431 w 4726791"/>
              <a:gd name="connsiteY0" fmla="*/ 4417795 h 6545976"/>
              <a:gd name="connsiteX1" fmla="*/ 1885125 w 4726791"/>
              <a:gd name="connsiteY1" fmla="*/ 15438 h 6545976"/>
              <a:gd name="connsiteX2" fmla="*/ 4437032 w 4726791"/>
              <a:gd name="connsiteY2" fmla="*/ 0 h 6545976"/>
              <a:gd name="connsiteX3" fmla="*/ 4552919 w 4726791"/>
              <a:gd name="connsiteY3" fmla="*/ 3246220 h 6545976"/>
              <a:gd name="connsiteX4" fmla="*/ 2266125 w 4726791"/>
              <a:gd name="connsiteY4" fmla="*/ 6524627 h 6545976"/>
              <a:gd name="connsiteX5" fmla="*/ 17431 w 4726791"/>
              <a:gd name="connsiteY5" fmla="*/ 4417795 h 6545976"/>
              <a:gd name="connsiteX0" fmla="*/ 32352 w 4741712"/>
              <a:gd name="connsiteY0" fmla="*/ 4417795 h 6542761"/>
              <a:gd name="connsiteX1" fmla="*/ 1900046 w 4741712"/>
              <a:gd name="connsiteY1" fmla="*/ 15438 h 6542761"/>
              <a:gd name="connsiteX2" fmla="*/ 4451953 w 4741712"/>
              <a:gd name="connsiteY2" fmla="*/ 0 h 6542761"/>
              <a:gd name="connsiteX3" fmla="*/ 4567840 w 4741712"/>
              <a:gd name="connsiteY3" fmla="*/ 3246220 h 6542761"/>
              <a:gd name="connsiteX4" fmla="*/ 2281046 w 4741712"/>
              <a:gd name="connsiteY4" fmla="*/ 6524627 h 6542761"/>
              <a:gd name="connsiteX5" fmla="*/ 32352 w 4741712"/>
              <a:gd name="connsiteY5" fmla="*/ 4417795 h 6542761"/>
              <a:gd name="connsiteX0" fmla="*/ 29235 w 4738595"/>
              <a:gd name="connsiteY0" fmla="*/ 4417795 h 6545413"/>
              <a:gd name="connsiteX1" fmla="*/ 1896929 w 4738595"/>
              <a:gd name="connsiteY1" fmla="*/ 15438 h 6545413"/>
              <a:gd name="connsiteX2" fmla="*/ 4448836 w 4738595"/>
              <a:gd name="connsiteY2" fmla="*/ 0 h 6545413"/>
              <a:gd name="connsiteX3" fmla="*/ 4564723 w 4738595"/>
              <a:gd name="connsiteY3" fmla="*/ 3246220 h 6545413"/>
              <a:gd name="connsiteX4" fmla="*/ 2620829 w 4738595"/>
              <a:gd name="connsiteY4" fmla="*/ 6524627 h 6545413"/>
              <a:gd name="connsiteX5" fmla="*/ 29235 w 4738595"/>
              <a:gd name="connsiteY5" fmla="*/ 4417795 h 6545413"/>
              <a:gd name="connsiteX0" fmla="*/ 23668 w 4733028"/>
              <a:gd name="connsiteY0" fmla="*/ 4417795 h 6545413"/>
              <a:gd name="connsiteX1" fmla="*/ 1891362 w 4733028"/>
              <a:gd name="connsiteY1" fmla="*/ 15438 h 6545413"/>
              <a:gd name="connsiteX2" fmla="*/ 4443269 w 4733028"/>
              <a:gd name="connsiteY2" fmla="*/ 0 h 6545413"/>
              <a:gd name="connsiteX3" fmla="*/ 4559156 w 4733028"/>
              <a:gd name="connsiteY3" fmla="*/ 3246220 h 6545413"/>
              <a:gd name="connsiteX4" fmla="*/ 2615262 w 4733028"/>
              <a:gd name="connsiteY4" fmla="*/ 6524627 h 6545413"/>
              <a:gd name="connsiteX5" fmla="*/ 23668 w 4733028"/>
              <a:gd name="connsiteY5" fmla="*/ 4417795 h 6545413"/>
              <a:gd name="connsiteX0" fmla="*/ 4994 w 4714354"/>
              <a:gd name="connsiteY0" fmla="*/ 4417795 h 6549476"/>
              <a:gd name="connsiteX1" fmla="*/ 1872688 w 4714354"/>
              <a:gd name="connsiteY1" fmla="*/ 15438 h 6549476"/>
              <a:gd name="connsiteX2" fmla="*/ 4424595 w 4714354"/>
              <a:gd name="connsiteY2" fmla="*/ 0 h 6549476"/>
              <a:gd name="connsiteX3" fmla="*/ 4540482 w 4714354"/>
              <a:gd name="connsiteY3" fmla="*/ 3246220 h 6549476"/>
              <a:gd name="connsiteX4" fmla="*/ 2596588 w 4714354"/>
              <a:gd name="connsiteY4" fmla="*/ 6524627 h 6549476"/>
              <a:gd name="connsiteX5" fmla="*/ 4994 w 4714354"/>
              <a:gd name="connsiteY5" fmla="*/ 4417795 h 6549476"/>
              <a:gd name="connsiteX0" fmla="*/ 26445 w 4735805"/>
              <a:gd name="connsiteY0" fmla="*/ 4417795 h 6543881"/>
              <a:gd name="connsiteX1" fmla="*/ 1894139 w 4735805"/>
              <a:gd name="connsiteY1" fmla="*/ 15438 h 6543881"/>
              <a:gd name="connsiteX2" fmla="*/ 4446046 w 4735805"/>
              <a:gd name="connsiteY2" fmla="*/ 0 h 6543881"/>
              <a:gd name="connsiteX3" fmla="*/ 4561933 w 4735805"/>
              <a:gd name="connsiteY3" fmla="*/ 3246220 h 6543881"/>
              <a:gd name="connsiteX4" fmla="*/ 2618039 w 4735805"/>
              <a:gd name="connsiteY4" fmla="*/ 6524627 h 6543881"/>
              <a:gd name="connsiteX5" fmla="*/ 26445 w 4735805"/>
              <a:gd name="connsiteY5" fmla="*/ 4417795 h 6543881"/>
              <a:gd name="connsiteX0" fmla="*/ 26445 w 4735805"/>
              <a:gd name="connsiteY0" fmla="*/ 4417795 h 6524810"/>
              <a:gd name="connsiteX1" fmla="*/ 1894139 w 4735805"/>
              <a:gd name="connsiteY1" fmla="*/ 15438 h 6524810"/>
              <a:gd name="connsiteX2" fmla="*/ 4446046 w 4735805"/>
              <a:gd name="connsiteY2" fmla="*/ 0 h 6524810"/>
              <a:gd name="connsiteX3" fmla="*/ 4561933 w 4735805"/>
              <a:gd name="connsiteY3" fmla="*/ 3246220 h 6524810"/>
              <a:gd name="connsiteX4" fmla="*/ 2618039 w 4735805"/>
              <a:gd name="connsiteY4" fmla="*/ 6524627 h 6524810"/>
              <a:gd name="connsiteX5" fmla="*/ 26445 w 4735805"/>
              <a:gd name="connsiteY5" fmla="*/ 4417795 h 6524810"/>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681167"/>
              <a:gd name="connsiteY0" fmla="*/ 4417795 h 6610217"/>
              <a:gd name="connsiteX1" fmla="*/ 1894139 w 4681167"/>
              <a:gd name="connsiteY1" fmla="*/ 15438 h 6610217"/>
              <a:gd name="connsiteX2" fmla="*/ 4446046 w 4681167"/>
              <a:gd name="connsiteY2" fmla="*/ 0 h 6610217"/>
              <a:gd name="connsiteX3" fmla="*/ 4504783 w 4681167"/>
              <a:gd name="connsiteY3" fmla="*/ 5627470 h 6610217"/>
              <a:gd name="connsiteX4" fmla="*/ 2618039 w 4681167"/>
              <a:gd name="connsiteY4" fmla="*/ 6524627 h 6610217"/>
              <a:gd name="connsiteX5" fmla="*/ 26445 w 4681167"/>
              <a:gd name="connsiteY5" fmla="*/ 4417795 h 6610217"/>
              <a:gd name="connsiteX0" fmla="*/ 26445 w 4706902"/>
              <a:gd name="connsiteY0" fmla="*/ 4417795 h 6614982"/>
              <a:gd name="connsiteX1" fmla="*/ 1894139 w 4706902"/>
              <a:gd name="connsiteY1" fmla="*/ 15438 h 6614982"/>
              <a:gd name="connsiteX2" fmla="*/ 4446046 w 4706902"/>
              <a:gd name="connsiteY2" fmla="*/ 0 h 6614982"/>
              <a:gd name="connsiteX3" fmla="*/ 4571458 w 4706902"/>
              <a:gd name="connsiteY3" fmla="*/ 5646520 h 6614982"/>
              <a:gd name="connsiteX4" fmla="*/ 2618039 w 4706902"/>
              <a:gd name="connsiteY4" fmla="*/ 6524627 h 6614982"/>
              <a:gd name="connsiteX5" fmla="*/ 26445 w 4706902"/>
              <a:gd name="connsiteY5" fmla="*/ 4417795 h 6614982"/>
              <a:gd name="connsiteX0" fmla="*/ 26445 w 4688588"/>
              <a:gd name="connsiteY0" fmla="*/ 4417795 h 6614982"/>
              <a:gd name="connsiteX1" fmla="*/ 1894139 w 4688588"/>
              <a:gd name="connsiteY1" fmla="*/ 15438 h 6614982"/>
              <a:gd name="connsiteX2" fmla="*/ 4446046 w 4688588"/>
              <a:gd name="connsiteY2" fmla="*/ 0 h 6614982"/>
              <a:gd name="connsiteX3" fmla="*/ 4571458 w 4688588"/>
              <a:gd name="connsiteY3" fmla="*/ 5646520 h 6614982"/>
              <a:gd name="connsiteX4" fmla="*/ 2618039 w 4688588"/>
              <a:gd name="connsiteY4" fmla="*/ 6524627 h 6614982"/>
              <a:gd name="connsiteX5" fmla="*/ 26445 w 4688588"/>
              <a:gd name="connsiteY5" fmla="*/ 4417795 h 6614982"/>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47608 h 6644795"/>
              <a:gd name="connsiteX1" fmla="*/ 1894139 w 4713932"/>
              <a:gd name="connsiteY1" fmla="*/ 45251 h 6644795"/>
              <a:gd name="connsiteX2" fmla="*/ 4446046 w 4713932"/>
              <a:gd name="connsiteY2" fmla="*/ 29813 h 6644795"/>
              <a:gd name="connsiteX3" fmla="*/ 4550821 w 4713932"/>
              <a:gd name="connsiteY3" fmla="*/ 553688 h 6644795"/>
              <a:gd name="connsiteX4" fmla="*/ 4571458 w 4713932"/>
              <a:gd name="connsiteY4" fmla="*/ 5676333 h 6644795"/>
              <a:gd name="connsiteX5" fmla="*/ 2618039 w 4713932"/>
              <a:gd name="connsiteY5" fmla="*/ 6554440 h 6644795"/>
              <a:gd name="connsiteX6" fmla="*/ 26445 w 4713932"/>
              <a:gd name="connsiteY6" fmla="*/ 4447608 h 6644795"/>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5238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28951 h 6626138"/>
              <a:gd name="connsiteX1" fmla="*/ 1894139 w 4713932"/>
              <a:gd name="connsiteY1" fmla="*/ 26594 h 6626138"/>
              <a:gd name="connsiteX2" fmla="*/ 4446046 w 4713932"/>
              <a:gd name="connsiteY2" fmla="*/ 11156 h 6626138"/>
              <a:gd name="connsiteX3" fmla="*/ 4550821 w 4713932"/>
              <a:gd name="connsiteY3" fmla="*/ 128631 h 6626138"/>
              <a:gd name="connsiteX4" fmla="*/ 4571458 w 4713932"/>
              <a:gd name="connsiteY4" fmla="*/ 5657676 h 6626138"/>
              <a:gd name="connsiteX5" fmla="*/ 2618039 w 4713932"/>
              <a:gd name="connsiteY5" fmla="*/ 6535783 h 6626138"/>
              <a:gd name="connsiteX6" fmla="*/ 26445 w 4713932"/>
              <a:gd name="connsiteY6" fmla="*/ 4428951 h 6626138"/>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9590 h 6616777"/>
              <a:gd name="connsiteX1" fmla="*/ 1894139 w 4713932"/>
              <a:gd name="connsiteY1" fmla="*/ 17233 h 6616777"/>
              <a:gd name="connsiteX2" fmla="*/ 444604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19590 h 6616777"/>
              <a:gd name="connsiteX1" fmla="*/ 1894139 w 4713932"/>
              <a:gd name="connsiteY1" fmla="*/ 17233 h 6616777"/>
              <a:gd name="connsiteX2" fmla="*/ 440032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39546 h 6636733"/>
              <a:gd name="connsiteX1" fmla="*/ 1894139 w 4713932"/>
              <a:gd name="connsiteY1" fmla="*/ 37189 h 6636733"/>
              <a:gd name="connsiteX2" fmla="*/ 4374926 w 4713932"/>
              <a:gd name="connsiteY2" fmla="*/ 1431 h 6636733"/>
              <a:gd name="connsiteX3" fmla="*/ 4550821 w 4713932"/>
              <a:gd name="connsiteY3" fmla="*/ 139226 h 6636733"/>
              <a:gd name="connsiteX4" fmla="*/ 4571458 w 4713932"/>
              <a:gd name="connsiteY4" fmla="*/ 5668271 h 6636733"/>
              <a:gd name="connsiteX5" fmla="*/ 2618039 w 4713932"/>
              <a:gd name="connsiteY5" fmla="*/ 6546378 h 6636733"/>
              <a:gd name="connsiteX6" fmla="*/ 26445 w 4713932"/>
              <a:gd name="connsiteY6" fmla="*/ 4439546 h 6636733"/>
              <a:gd name="connsiteX0" fmla="*/ 26445 w 4713932"/>
              <a:gd name="connsiteY0" fmla="*/ 4439063 h 6636250"/>
              <a:gd name="connsiteX1" fmla="*/ 1894139 w 4713932"/>
              <a:gd name="connsiteY1" fmla="*/ 36706 h 6636250"/>
              <a:gd name="connsiteX2" fmla="*/ 4374926 w 4713932"/>
              <a:gd name="connsiteY2" fmla="*/ 948 h 6636250"/>
              <a:gd name="connsiteX3" fmla="*/ 4550821 w 4713932"/>
              <a:gd name="connsiteY3" fmla="*/ 189543 h 6636250"/>
              <a:gd name="connsiteX4" fmla="*/ 4571458 w 4713932"/>
              <a:gd name="connsiteY4" fmla="*/ 5667788 h 6636250"/>
              <a:gd name="connsiteX5" fmla="*/ 2618039 w 4713932"/>
              <a:gd name="connsiteY5" fmla="*/ 6545895 h 6636250"/>
              <a:gd name="connsiteX6" fmla="*/ 26445 w 4713932"/>
              <a:gd name="connsiteY6" fmla="*/ 4439063 h 6636250"/>
              <a:gd name="connsiteX0" fmla="*/ 21007 w 4708494"/>
              <a:gd name="connsiteY0" fmla="*/ 4439063 h 6636250"/>
              <a:gd name="connsiteX1" fmla="*/ 1919181 w 4708494"/>
              <a:gd name="connsiteY1" fmla="*/ 6226 h 6636250"/>
              <a:gd name="connsiteX2" fmla="*/ 4369488 w 4708494"/>
              <a:gd name="connsiteY2" fmla="*/ 948 h 6636250"/>
              <a:gd name="connsiteX3" fmla="*/ 4545383 w 4708494"/>
              <a:gd name="connsiteY3" fmla="*/ 189543 h 6636250"/>
              <a:gd name="connsiteX4" fmla="*/ 4566020 w 4708494"/>
              <a:gd name="connsiteY4" fmla="*/ 5667788 h 6636250"/>
              <a:gd name="connsiteX5" fmla="*/ 2612601 w 4708494"/>
              <a:gd name="connsiteY5" fmla="*/ 6545895 h 6636250"/>
              <a:gd name="connsiteX6" fmla="*/ 21007 w 4708494"/>
              <a:gd name="connsiteY6" fmla="*/ 4439063 h 6636250"/>
              <a:gd name="connsiteX0" fmla="*/ 19363 w 4706850"/>
              <a:gd name="connsiteY0" fmla="*/ 4448077 h 6645264"/>
              <a:gd name="connsiteX1" fmla="*/ 1937857 w 4706850"/>
              <a:gd name="connsiteY1" fmla="*/ 0 h 6645264"/>
              <a:gd name="connsiteX2" fmla="*/ 4367844 w 4706850"/>
              <a:gd name="connsiteY2" fmla="*/ 9962 h 6645264"/>
              <a:gd name="connsiteX3" fmla="*/ 4543739 w 4706850"/>
              <a:gd name="connsiteY3" fmla="*/ 198557 h 6645264"/>
              <a:gd name="connsiteX4" fmla="*/ 4564376 w 4706850"/>
              <a:gd name="connsiteY4" fmla="*/ 5676802 h 6645264"/>
              <a:gd name="connsiteX5" fmla="*/ 2610957 w 4706850"/>
              <a:gd name="connsiteY5" fmla="*/ 6554909 h 6645264"/>
              <a:gd name="connsiteX6" fmla="*/ 19363 w 4706850"/>
              <a:gd name="connsiteY6" fmla="*/ 4448077 h 6645264"/>
              <a:gd name="connsiteX0" fmla="*/ 17092 w 4704579"/>
              <a:gd name="connsiteY0" fmla="*/ 4448077 h 6645264"/>
              <a:gd name="connsiteX1" fmla="*/ 1935586 w 4704579"/>
              <a:gd name="connsiteY1" fmla="*/ 0 h 6645264"/>
              <a:gd name="connsiteX2" fmla="*/ 4365573 w 4704579"/>
              <a:gd name="connsiteY2" fmla="*/ 9962 h 6645264"/>
              <a:gd name="connsiteX3" fmla="*/ 4541468 w 4704579"/>
              <a:gd name="connsiteY3" fmla="*/ 198557 h 6645264"/>
              <a:gd name="connsiteX4" fmla="*/ 4562105 w 4704579"/>
              <a:gd name="connsiteY4" fmla="*/ 5676802 h 6645264"/>
              <a:gd name="connsiteX5" fmla="*/ 2608686 w 4704579"/>
              <a:gd name="connsiteY5" fmla="*/ 6554909 h 6645264"/>
              <a:gd name="connsiteX6" fmla="*/ 17092 w 4704579"/>
              <a:gd name="connsiteY6" fmla="*/ 4448077 h 6645264"/>
              <a:gd name="connsiteX0" fmla="*/ 17092 w 4702381"/>
              <a:gd name="connsiteY0" fmla="*/ 4448077 h 6645264"/>
              <a:gd name="connsiteX1" fmla="*/ 1935586 w 4702381"/>
              <a:gd name="connsiteY1" fmla="*/ 0 h 6645264"/>
              <a:gd name="connsiteX2" fmla="*/ 4365573 w 4702381"/>
              <a:gd name="connsiteY2" fmla="*/ 9962 h 6645264"/>
              <a:gd name="connsiteX3" fmla="*/ 4541468 w 4702381"/>
              <a:gd name="connsiteY3" fmla="*/ 198557 h 6645264"/>
              <a:gd name="connsiteX4" fmla="*/ 4562105 w 4702381"/>
              <a:gd name="connsiteY4" fmla="*/ 5676802 h 6645264"/>
              <a:gd name="connsiteX5" fmla="*/ 2608686 w 4702381"/>
              <a:gd name="connsiteY5" fmla="*/ 6554909 h 6645264"/>
              <a:gd name="connsiteX6" fmla="*/ 17092 w 4702381"/>
              <a:gd name="connsiteY6" fmla="*/ 4448077 h 6645264"/>
              <a:gd name="connsiteX0" fmla="*/ 17092 w 4701301"/>
              <a:gd name="connsiteY0" fmla="*/ 4448077 h 6645264"/>
              <a:gd name="connsiteX1" fmla="*/ 1935586 w 4701301"/>
              <a:gd name="connsiteY1" fmla="*/ 0 h 6645264"/>
              <a:gd name="connsiteX2" fmla="*/ 4365573 w 4701301"/>
              <a:gd name="connsiteY2" fmla="*/ 9962 h 6645264"/>
              <a:gd name="connsiteX3" fmla="*/ 4541468 w 4701301"/>
              <a:gd name="connsiteY3" fmla="*/ 198557 h 6645264"/>
              <a:gd name="connsiteX4" fmla="*/ 4562105 w 4701301"/>
              <a:gd name="connsiteY4" fmla="*/ 5676802 h 6645264"/>
              <a:gd name="connsiteX5" fmla="*/ 2608686 w 4701301"/>
              <a:gd name="connsiteY5" fmla="*/ 6554909 h 6645264"/>
              <a:gd name="connsiteX6" fmla="*/ 17092 w 4701301"/>
              <a:gd name="connsiteY6" fmla="*/ 4448077 h 6645264"/>
              <a:gd name="connsiteX0" fmla="*/ 17092 w 4562105"/>
              <a:gd name="connsiteY0" fmla="*/ 4448077 h 6645264"/>
              <a:gd name="connsiteX1" fmla="*/ 1935586 w 4562105"/>
              <a:gd name="connsiteY1" fmla="*/ 0 h 6645264"/>
              <a:gd name="connsiteX2" fmla="*/ 4365573 w 4562105"/>
              <a:gd name="connsiteY2" fmla="*/ 9962 h 6645264"/>
              <a:gd name="connsiteX3" fmla="*/ 4541468 w 4562105"/>
              <a:gd name="connsiteY3" fmla="*/ 198557 h 6645264"/>
              <a:gd name="connsiteX4" fmla="*/ 4562105 w 4562105"/>
              <a:gd name="connsiteY4" fmla="*/ 5676802 h 6645264"/>
              <a:gd name="connsiteX5" fmla="*/ 2608686 w 4562105"/>
              <a:gd name="connsiteY5" fmla="*/ 6554909 h 6645264"/>
              <a:gd name="connsiteX6" fmla="*/ 17092 w 4562105"/>
              <a:gd name="connsiteY6" fmla="*/ 4448077 h 6645264"/>
              <a:gd name="connsiteX0" fmla="*/ 17092 w 4562105"/>
              <a:gd name="connsiteY0" fmla="*/ 4448077 h 6592556"/>
              <a:gd name="connsiteX1" fmla="*/ 1935586 w 4562105"/>
              <a:gd name="connsiteY1" fmla="*/ 0 h 6592556"/>
              <a:gd name="connsiteX2" fmla="*/ 4365573 w 4562105"/>
              <a:gd name="connsiteY2" fmla="*/ 9962 h 6592556"/>
              <a:gd name="connsiteX3" fmla="*/ 4541468 w 4562105"/>
              <a:gd name="connsiteY3" fmla="*/ 198557 h 6592556"/>
              <a:gd name="connsiteX4" fmla="*/ 4562105 w 4562105"/>
              <a:gd name="connsiteY4" fmla="*/ 5676802 h 6592556"/>
              <a:gd name="connsiteX5" fmla="*/ 2608686 w 4562105"/>
              <a:gd name="connsiteY5" fmla="*/ 6554909 h 6592556"/>
              <a:gd name="connsiteX6" fmla="*/ 17092 w 4562105"/>
              <a:gd name="connsiteY6" fmla="*/ 4448077 h 6592556"/>
              <a:gd name="connsiteX0" fmla="*/ 17092 w 4562105"/>
              <a:gd name="connsiteY0" fmla="*/ 4448077 h 6561473"/>
              <a:gd name="connsiteX1" fmla="*/ 1935586 w 4562105"/>
              <a:gd name="connsiteY1" fmla="*/ 0 h 6561473"/>
              <a:gd name="connsiteX2" fmla="*/ 4365573 w 4562105"/>
              <a:gd name="connsiteY2" fmla="*/ 9962 h 6561473"/>
              <a:gd name="connsiteX3" fmla="*/ 4541468 w 4562105"/>
              <a:gd name="connsiteY3" fmla="*/ 198557 h 6561473"/>
              <a:gd name="connsiteX4" fmla="*/ 4562105 w 4562105"/>
              <a:gd name="connsiteY4" fmla="*/ 5676802 h 6561473"/>
              <a:gd name="connsiteX5" fmla="*/ 2608686 w 4562105"/>
              <a:gd name="connsiteY5" fmla="*/ 6554909 h 6561473"/>
              <a:gd name="connsiteX6" fmla="*/ 17092 w 4562105"/>
              <a:gd name="connsiteY6" fmla="*/ 4448077 h 6561473"/>
              <a:gd name="connsiteX0" fmla="*/ 18334 w 4563347"/>
              <a:gd name="connsiteY0" fmla="*/ 4448077 h 6561473"/>
              <a:gd name="connsiteX1" fmla="*/ 1936828 w 4563347"/>
              <a:gd name="connsiteY1" fmla="*/ 0 h 6561473"/>
              <a:gd name="connsiteX2" fmla="*/ 4366815 w 4563347"/>
              <a:gd name="connsiteY2" fmla="*/ 9962 h 6561473"/>
              <a:gd name="connsiteX3" fmla="*/ 4542710 w 4563347"/>
              <a:gd name="connsiteY3" fmla="*/ 198557 h 6561473"/>
              <a:gd name="connsiteX4" fmla="*/ 4563347 w 4563347"/>
              <a:gd name="connsiteY4" fmla="*/ 5676802 h 6561473"/>
              <a:gd name="connsiteX5" fmla="*/ 2609928 w 4563347"/>
              <a:gd name="connsiteY5" fmla="*/ 6554909 h 6561473"/>
              <a:gd name="connsiteX6" fmla="*/ 18334 w 4563347"/>
              <a:gd name="connsiteY6" fmla="*/ 4448077 h 6561473"/>
              <a:gd name="connsiteX0" fmla="*/ 20715 w 4565728"/>
              <a:gd name="connsiteY0" fmla="*/ 4448077 h 6564701"/>
              <a:gd name="connsiteX1" fmla="*/ 1939209 w 4565728"/>
              <a:gd name="connsiteY1" fmla="*/ 0 h 6564701"/>
              <a:gd name="connsiteX2" fmla="*/ 4369196 w 4565728"/>
              <a:gd name="connsiteY2" fmla="*/ 9962 h 6564701"/>
              <a:gd name="connsiteX3" fmla="*/ 4545091 w 4565728"/>
              <a:gd name="connsiteY3" fmla="*/ 198557 h 6564701"/>
              <a:gd name="connsiteX4" fmla="*/ 4565728 w 4565728"/>
              <a:gd name="connsiteY4" fmla="*/ 5676802 h 6564701"/>
              <a:gd name="connsiteX5" fmla="*/ 2612309 w 4565728"/>
              <a:gd name="connsiteY5" fmla="*/ 6554909 h 6564701"/>
              <a:gd name="connsiteX6" fmla="*/ 1024651 w 4565728"/>
              <a:gd name="connsiteY6" fmla="*/ 6039287 h 6564701"/>
              <a:gd name="connsiteX7" fmla="*/ 20715 w 4565728"/>
              <a:gd name="connsiteY7" fmla="*/ 4448077 h 6564701"/>
              <a:gd name="connsiteX0" fmla="*/ 20715 w 4565728"/>
              <a:gd name="connsiteY0" fmla="*/ 4448077 h 6562037"/>
              <a:gd name="connsiteX1" fmla="*/ 1939209 w 4565728"/>
              <a:gd name="connsiteY1" fmla="*/ 0 h 6562037"/>
              <a:gd name="connsiteX2" fmla="*/ 4369196 w 4565728"/>
              <a:gd name="connsiteY2" fmla="*/ 9962 h 6562037"/>
              <a:gd name="connsiteX3" fmla="*/ 4545091 w 4565728"/>
              <a:gd name="connsiteY3" fmla="*/ 198557 h 6562037"/>
              <a:gd name="connsiteX4" fmla="*/ 4565728 w 4565728"/>
              <a:gd name="connsiteY4" fmla="*/ 5676802 h 6562037"/>
              <a:gd name="connsiteX5" fmla="*/ 2612309 w 4565728"/>
              <a:gd name="connsiteY5" fmla="*/ 6554909 h 6562037"/>
              <a:gd name="connsiteX6" fmla="*/ 1024651 w 4565728"/>
              <a:gd name="connsiteY6" fmla="*/ 6039287 h 6562037"/>
              <a:gd name="connsiteX7" fmla="*/ 20715 w 4565728"/>
              <a:gd name="connsiteY7" fmla="*/ 4448077 h 6562037"/>
              <a:gd name="connsiteX0" fmla="*/ 20715 w 4565728"/>
              <a:gd name="connsiteY0" fmla="*/ 4448077 h 6556271"/>
              <a:gd name="connsiteX1" fmla="*/ 1939209 w 4565728"/>
              <a:gd name="connsiteY1" fmla="*/ 0 h 6556271"/>
              <a:gd name="connsiteX2" fmla="*/ 4369196 w 4565728"/>
              <a:gd name="connsiteY2" fmla="*/ 9962 h 6556271"/>
              <a:gd name="connsiteX3" fmla="*/ 4545091 w 4565728"/>
              <a:gd name="connsiteY3" fmla="*/ 198557 h 6556271"/>
              <a:gd name="connsiteX4" fmla="*/ 4565728 w 4565728"/>
              <a:gd name="connsiteY4" fmla="*/ 5676802 h 6556271"/>
              <a:gd name="connsiteX5" fmla="*/ 2612309 w 4565728"/>
              <a:gd name="connsiteY5" fmla="*/ 6554909 h 6556271"/>
              <a:gd name="connsiteX6" fmla="*/ 1024651 w 4565728"/>
              <a:gd name="connsiteY6" fmla="*/ 6039287 h 6556271"/>
              <a:gd name="connsiteX7" fmla="*/ 20715 w 4565728"/>
              <a:gd name="connsiteY7" fmla="*/ 4448077 h 6556271"/>
              <a:gd name="connsiteX0" fmla="*/ 14580 w 4559593"/>
              <a:gd name="connsiteY0" fmla="*/ 4448077 h 6556271"/>
              <a:gd name="connsiteX1" fmla="*/ 1933074 w 4559593"/>
              <a:gd name="connsiteY1" fmla="*/ 0 h 6556271"/>
              <a:gd name="connsiteX2" fmla="*/ 4363061 w 4559593"/>
              <a:gd name="connsiteY2" fmla="*/ 9962 h 6556271"/>
              <a:gd name="connsiteX3" fmla="*/ 4538956 w 4559593"/>
              <a:gd name="connsiteY3" fmla="*/ 198557 h 6556271"/>
              <a:gd name="connsiteX4" fmla="*/ 4559593 w 4559593"/>
              <a:gd name="connsiteY4" fmla="*/ 5676802 h 6556271"/>
              <a:gd name="connsiteX5" fmla="*/ 2606174 w 4559593"/>
              <a:gd name="connsiteY5" fmla="*/ 6554909 h 6556271"/>
              <a:gd name="connsiteX6" fmla="*/ 1018516 w 4559593"/>
              <a:gd name="connsiteY6" fmla="*/ 6039287 h 6556271"/>
              <a:gd name="connsiteX7" fmla="*/ 14580 w 4559593"/>
              <a:gd name="connsiteY7" fmla="*/ 4448077 h 6556271"/>
              <a:gd name="connsiteX0" fmla="*/ 22013 w 4567026"/>
              <a:gd name="connsiteY0" fmla="*/ 4448077 h 6562037"/>
              <a:gd name="connsiteX1" fmla="*/ 1940507 w 4567026"/>
              <a:gd name="connsiteY1" fmla="*/ 0 h 6562037"/>
              <a:gd name="connsiteX2" fmla="*/ 4370494 w 4567026"/>
              <a:gd name="connsiteY2" fmla="*/ 9962 h 6562037"/>
              <a:gd name="connsiteX3" fmla="*/ 4546389 w 4567026"/>
              <a:gd name="connsiteY3" fmla="*/ 198557 h 6562037"/>
              <a:gd name="connsiteX4" fmla="*/ 4567026 w 4567026"/>
              <a:gd name="connsiteY4" fmla="*/ 5676802 h 6562037"/>
              <a:gd name="connsiteX5" fmla="*/ 2613607 w 4567026"/>
              <a:gd name="connsiteY5" fmla="*/ 6554909 h 6562037"/>
              <a:gd name="connsiteX6" fmla="*/ 1005629 w 4567026"/>
              <a:gd name="connsiteY6" fmla="*/ 6039287 h 6562037"/>
              <a:gd name="connsiteX7" fmla="*/ 22013 w 4567026"/>
              <a:gd name="connsiteY7" fmla="*/ 4448077 h 6562037"/>
              <a:gd name="connsiteX0" fmla="*/ 22013 w 4567026"/>
              <a:gd name="connsiteY0" fmla="*/ 4448077 h 6561948"/>
              <a:gd name="connsiteX1" fmla="*/ 1940507 w 4567026"/>
              <a:gd name="connsiteY1" fmla="*/ 0 h 6561948"/>
              <a:gd name="connsiteX2" fmla="*/ 4370494 w 4567026"/>
              <a:gd name="connsiteY2" fmla="*/ 9962 h 6561948"/>
              <a:gd name="connsiteX3" fmla="*/ 4546389 w 4567026"/>
              <a:gd name="connsiteY3" fmla="*/ 198557 h 6561948"/>
              <a:gd name="connsiteX4" fmla="*/ 4567026 w 4567026"/>
              <a:gd name="connsiteY4" fmla="*/ 5676802 h 6561948"/>
              <a:gd name="connsiteX5" fmla="*/ 2613607 w 4567026"/>
              <a:gd name="connsiteY5" fmla="*/ 6554909 h 6561948"/>
              <a:gd name="connsiteX6" fmla="*/ 1005629 w 4567026"/>
              <a:gd name="connsiteY6" fmla="*/ 6039287 h 6561948"/>
              <a:gd name="connsiteX7" fmla="*/ 22013 w 4567026"/>
              <a:gd name="connsiteY7" fmla="*/ 4448077 h 6561948"/>
              <a:gd name="connsiteX0" fmla="*/ 22013 w 4567026"/>
              <a:gd name="connsiteY0" fmla="*/ 4448077 h 6554958"/>
              <a:gd name="connsiteX1" fmla="*/ 1940507 w 4567026"/>
              <a:gd name="connsiteY1" fmla="*/ 0 h 6554958"/>
              <a:gd name="connsiteX2" fmla="*/ 4370494 w 4567026"/>
              <a:gd name="connsiteY2" fmla="*/ 9962 h 6554958"/>
              <a:gd name="connsiteX3" fmla="*/ 4546389 w 4567026"/>
              <a:gd name="connsiteY3" fmla="*/ 198557 h 6554958"/>
              <a:gd name="connsiteX4" fmla="*/ 4567026 w 4567026"/>
              <a:gd name="connsiteY4" fmla="*/ 5676802 h 6554958"/>
              <a:gd name="connsiteX5" fmla="*/ 2613607 w 4567026"/>
              <a:gd name="connsiteY5" fmla="*/ 6554909 h 6554958"/>
              <a:gd name="connsiteX6" fmla="*/ 1005629 w 4567026"/>
              <a:gd name="connsiteY6" fmla="*/ 6039287 h 6554958"/>
              <a:gd name="connsiteX7" fmla="*/ 22013 w 4567026"/>
              <a:gd name="connsiteY7" fmla="*/ 4448077 h 6554958"/>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55026"/>
              <a:gd name="connsiteX1" fmla="*/ 1940507 w 4567026"/>
              <a:gd name="connsiteY1" fmla="*/ 0 h 6555026"/>
              <a:gd name="connsiteX2" fmla="*/ 4370494 w 4567026"/>
              <a:gd name="connsiteY2" fmla="*/ 9962 h 6555026"/>
              <a:gd name="connsiteX3" fmla="*/ 4546389 w 4567026"/>
              <a:gd name="connsiteY3" fmla="*/ 198557 h 6555026"/>
              <a:gd name="connsiteX4" fmla="*/ 4567026 w 4567026"/>
              <a:gd name="connsiteY4" fmla="*/ 5676802 h 6555026"/>
              <a:gd name="connsiteX5" fmla="*/ 3682789 w 4567026"/>
              <a:gd name="connsiteY5" fmla="*/ 6333927 h 6555026"/>
              <a:gd name="connsiteX6" fmla="*/ 2613607 w 4567026"/>
              <a:gd name="connsiteY6" fmla="*/ 6554909 h 6555026"/>
              <a:gd name="connsiteX7" fmla="*/ 1005629 w 4567026"/>
              <a:gd name="connsiteY7" fmla="*/ 6039287 h 6555026"/>
              <a:gd name="connsiteX8" fmla="*/ 22013 w 4567026"/>
              <a:gd name="connsiteY8" fmla="*/ 4448077 h 6555026"/>
              <a:gd name="connsiteX0" fmla="*/ 44498 w 4589511"/>
              <a:gd name="connsiteY0" fmla="*/ 4448077 h 6555026"/>
              <a:gd name="connsiteX1" fmla="*/ 1962992 w 4589511"/>
              <a:gd name="connsiteY1" fmla="*/ 0 h 6555026"/>
              <a:gd name="connsiteX2" fmla="*/ 4392979 w 4589511"/>
              <a:gd name="connsiteY2" fmla="*/ 9962 h 6555026"/>
              <a:gd name="connsiteX3" fmla="*/ 4568874 w 4589511"/>
              <a:gd name="connsiteY3" fmla="*/ 198557 h 6555026"/>
              <a:gd name="connsiteX4" fmla="*/ 4589511 w 4589511"/>
              <a:gd name="connsiteY4" fmla="*/ 5676802 h 6555026"/>
              <a:gd name="connsiteX5" fmla="*/ 3705274 w 4589511"/>
              <a:gd name="connsiteY5" fmla="*/ 6333927 h 6555026"/>
              <a:gd name="connsiteX6" fmla="*/ 2636092 w 4589511"/>
              <a:gd name="connsiteY6" fmla="*/ 6554909 h 6555026"/>
              <a:gd name="connsiteX7" fmla="*/ 1028114 w 4589511"/>
              <a:gd name="connsiteY7" fmla="*/ 6039287 h 6555026"/>
              <a:gd name="connsiteX8" fmla="*/ 44498 w 4589511"/>
              <a:gd name="connsiteY8" fmla="*/ 4448077 h 655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89511" h="6555026">
                <a:moveTo>
                  <a:pt x="44498" y="4448077"/>
                </a:moveTo>
                <a:cubicBezTo>
                  <a:pt x="-165449" y="3431369"/>
                  <a:pt x="350092" y="1272239"/>
                  <a:pt x="1962992" y="0"/>
                </a:cubicBezTo>
                <a:lnTo>
                  <a:pt x="4392979" y="9962"/>
                </a:lnTo>
                <a:cubicBezTo>
                  <a:pt x="4433804" y="-3724"/>
                  <a:pt x="4576547" y="134405"/>
                  <a:pt x="4568874" y="198557"/>
                </a:cubicBezTo>
                <a:cubicBezTo>
                  <a:pt x="4574536" y="2226764"/>
                  <a:pt x="4581441" y="4495702"/>
                  <a:pt x="4589511" y="5676802"/>
                </a:cubicBezTo>
                <a:cubicBezTo>
                  <a:pt x="4428644" y="5983084"/>
                  <a:pt x="4030844" y="6187576"/>
                  <a:pt x="3705274" y="6333927"/>
                </a:cubicBezTo>
                <a:cubicBezTo>
                  <a:pt x="3379704" y="6480278"/>
                  <a:pt x="3148325" y="6548136"/>
                  <a:pt x="2636092" y="6554909"/>
                </a:cubicBezTo>
                <a:cubicBezTo>
                  <a:pt x="2123859" y="6561682"/>
                  <a:pt x="1343206" y="6273586"/>
                  <a:pt x="1028114" y="6039287"/>
                </a:cubicBezTo>
                <a:cubicBezTo>
                  <a:pt x="596182" y="5688148"/>
                  <a:pt x="254445" y="5464785"/>
                  <a:pt x="44498" y="4448077"/>
                </a:cubicBezTo>
                <a:close/>
              </a:path>
            </a:pathLst>
          </a:custGeom>
          <a:solidFill>
            <a:schemeClr val="accent3"/>
          </a:solidFill>
          <a:ln>
            <a:noFill/>
          </a:ln>
        </p:spPr>
        <p:txBody>
          <a:bodyPr lIns="182880" tIns="274320" rIns="274320">
            <a:normAutofit/>
          </a:bodyPr>
          <a:lstStyle>
            <a:lvl1pPr marL="0" indent="0" algn="r">
              <a:buNone/>
              <a:defRPr sz="2000"/>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2FA893C5-3725-2BF8-B201-6C4123C13131}"/>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2">
    <p:bg>
      <p:bgPr>
        <a:solidFill>
          <a:schemeClr val="bg2"/>
        </a:solidFill>
        <a:effectLst/>
      </p:bgPr>
    </p:bg>
    <p:spTree>
      <p:nvGrpSpPr>
        <p:cNvPr id="1" name=""/>
        <p:cNvGrpSpPr/>
        <p:nvPr/>
      </p:nvGrpSpPr>
      <p:grpSpPr>
        <a:xfrm>
          <a:off x="0" y="0"/>
          <a:ext cx="0" cy="0"/>
          <a:chOff x="0" y="0"/>
          <a:chExt cx="0" cy="0"/>
        </a:xfrm>
      </p:grpSpPr>
      <p:sp>
        <p:nvSpPr>
          <p:cNvPr id="17" name="Freeform: Shape 51">
            <a:extLst>
              <a:ext uri="{FF2B5EF4-FFF2-40B4-BE49-F238E27FC236}">
                <a16:creationId xmlns:a16="http://schemas.microsoft.com/office/drawing/2014/main" id="{4A781A8E-199F-1F48-C80E-B6501B563323}"/>
              </a:ext>
              <a:ext uri="{C183D7F6-B498-43B3-948B-1728B52AA6E4}">
                <adec:decorative xmlns:adec="http://schemas.microsoft.com/office/drawing/2017/decorative" val="1"/>
              </a:ext>
            </a:extLst>
          </p:cNvPr>
          <p:cNvSpPr/>
          <p:nvPr userDrawn="1"/>
        </p:nvSpPr>
        <p:spPr>
          <a:xfrm rot="5400000">
            <a:off x="10423648" y="-93866"/>
            <a:ext cx="1698615" cy="1838087"/>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11C6679A-1B60-DCCD-7295-255649B92C60}"/>
              </a:ext>
              <a:ext uri="{C183D7F6-B498-43B3-948B-1728B52AA6E4}">
                <adec:decorative xmlns:adec="http://schemas.microsoft.com/office/drawing/2017/decorative" val="1"/>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6" name="Freeform: Shape 22">
            <a:extLst>
              <a:ext uri="{FF2B5EF4-FFF2-40B4-BE49-F238E27FC236}">
                <a16:creationId xmlns:a16="http://schemas.microsoft.com/office/drawing/2014/main" id="{1C466053-4CA7-4CBB-C1D2-19FE899BEDFC}"/>
              </a:ext>
              <a:ext uri="{C183D7F6-B498-43B3-948B-1728B52AA6E4}">
                <adec:decorative xmlns:adec="http://schemas.microsoft.com/office/drawing/2017/decorative" val="1"/>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18" name="Straight Connector 17">
            <a:extLst>
              <a:ext uri="{FF2B5EF4-FFF2-40B4-BE49-F238E27FC236}">
                <a16:creationId xmlns:a16="http://schemas.microsoft.com/office/drawing/2014/main" id="{1100480F-88D3-CF82-FAF8-9527C86BCAE2}"/>
              </a:ext>
              <a:ext uri="{C183D7F6-B498-43B3-948B-1728B52AA6E4}">
                <adec:decorative xmlns:adec="http://schemas.microsoft.com/office/drawing/2017/decorative" val="1"/>
              </a:ext>
            </a:extLst>
          </p:cNvPr>
          <p:cNvCxnSpPr>
            <a:cxnSpLocks/>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id="{05F17713-1E50-F9DA-1134-DEB4A4AEA114}"/>
              </a:ext>
            </a:extLst>
          </p:cNvPr>
          <p:cNvSpPr>
            <a:spLocks noGrp="1"/>
          </p:cNvSpPr>
          <p:nvPr>
            <p:ph type="title"/>
          </p:nvPr>
        </p:nvSpPr>
        <p:spPr>
          <a:xfrm>
            <a:off x="914400" y="914400"/>
            <a:ext cx="10360152"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05A7D8CB-7B8B-DA38-6E7E-0DAEB7D29967}"/>
              </a:ext>
            </a:extLst>
          </p:cNvPr>
          <p:cNvSpPr>
            <a:spLocks noGrp="1"/>
          </p:cNvSpPr>
          <p:nvPr>
            <p:ph sz="quarter" idx="12"/>
          </p:nvPr>
        </p:nvSpPr>
        <p:spPr>
          <a:xfrm>
            <a:off x="914399" y="2039111"/>
            <a:ext cx="2816352"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6">
            <a:extLst>
              <a:ext uri="{FF2B5EF4-FFF2-40B4-BE49-F238E27FC236}">
                <a16:creationId xmlns:a16="http://schemas.microsoft.com/office/drawing/2014/main" id="{CE441B96-235E-1744-83C7-22A1E6ED8BB3}"/>
              </a:ext>
            </a:extLst>
          </p:cNvPr>
          <p:cNvSpPr>
            <a:spLocks noGrp="1"/>
          </p:cNvSpPr>
          <p:nvPr>
            <p:ph sz="quarter" idx="13"/>
          </p:nvPr>
        </p:nvSpPr>
        <p:spPr>
          <a:xfrm>
            <a:off x="4097800" y="2039111"/>
            <a:ext cx="6949440" cy="3840480"/>
          </a:xfrm>
        </p:spPr>
        <p:txBody>
          <a:bodyPr>
            <a:normAutofit/>
          </a:bodyPr>
          <a:lstStyle>
            <a:lvl1pPr marL="228600" indent="-228600">
              <a:buFont typeface="Courier New" panose="02070309020205020404" pitchFamily="49" charset="0"/>
              <a:buChar char="o"/>
              <a:defRPr sz="200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CF605979-8A00-C008-E1AA-6AC1F9EABEAF}"/>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23617148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bg2"/>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05A86D8-26B0-1ADB-0CE2-B445D2A2866D}"/>
              </a:ext>
              <a:ext uri="{C183D7F6-B498-43B3-948B-1728B52AA6E4}">
                <adec:decorative xmlns:adec="http://schemas.microsoft.com/office/drawing/2017/decorative" val="1"/>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 uri="{C183D7F6-B498-43B3-948B-1728B52AA6E4}">
                <adec:decorative xmlns:adec="http://schemas.microsoft.com/office/drawing/2017/decorative" val="1"/>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6" name="Content Placeholder 6">
            <a:extLst>
              <a:ext uri="{FF2B5EF4-FFF2-40B4-BE49-F238E27FC236}">
                <a16:creationId xmlns:a16="http://schemas.microsoft.com/office/drawing/2014/main" id="{1B0F4867-5345-BF6B-3402-DEEC3D2DDF90}"/>
              </a:ext>
            </a:extLst>
          </p:cNvPr>
          <p:cNvSpPr>
            <a:spLocks noGrp="1"/>
          </p:cNvSpPr>
          <p:nvPr>
            <p:ph sz="quarter" idx="13"/>
          </p:nvPr>
        </p:nvSpPr>
        <p:spPr>
          <a:xfrm>
            <a:off x="914399" y="2039111"/>
            <a:ext cx="6729984" cy="3840480"/>
          </a:xfrm>
        </p:spPr>
        <p:txBody>
          <a:bodyPr>
            <a:normAutofit/>
          </a:bodyPr>
          <a:lstStyle>
            <a:lvl1pPr marL="228600" indent="-228600">
              <a:buFont typeface="Courier New" panose="02070309020205020404" pitchFamily="49" charset="0"/>
              <a:buChar char="o"/>
              <a:defRPr sz="2000" cap="all" baseline="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Content Placeholder 6">
            <a:extLst>
              <a:ext uri="{FF2B5EF4-FFF2-40B4-BE49-F238E27FC236}">
                <a16:creationId xmlns:a16="http://schemas.microsoft.com/office/drawing/2014/main" id="{B693A8C2-EDAB-3C2B-00D3-3B9F9D64ACDC}"/>
              </a:ext>
            </a:extLst>
          </p:cNvPr>
          <p:cNvSpPr>
            <a:spLocks noGrp="1"/>
          </p:cNvSpPr>
          <p:nvPr>
            <p:ph sz="quarter" idx="12"/>
          </p:nvPr>
        </p:nvSpPr>
        <p:spPr>
          <a:xfrm>
            <a:off x="8113472" y="2039111"/>
            <a:ext cx="3163824"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4CE52DCD-6B80-A17A-B12C-76D628BAF304}"/>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94231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bg2"/>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CADEA8BB-3550-ABDA-99A6-455084D5D432}"/>
              </a:ext>
              <a:ext uri="{C183D7F6-B498-43B3-948B-1728B52AA6E4}">
                <adec:decorative xmlns:adec="http://schemas.microsoft.com/office/drawing/2017/decorative" val="1"/>
              </a:ext>
            </a:extLst>
          </p:cNvPr>
          <p:cNvSpPr>
            <a:spLocks/>
          </p:cNvSpPr>
          <p:nvPr userDrawn="1"/>
        </p:nvSpPr>
        <p:spPr>
          <a:xfrm>
            <a:off x="0" y="3271424"/>
            <a:ext cx="12192000" cy="3586577"/>
          </a:xfrm>
          <a:custGeom>
            <a:avLst/>
            <a:gdLst>
              <a:gd name="connsiteX0" fmla="*/ 1849560 w 12192000"/>
              <a:gd name="connsiteY0" fmla="*/ 803 h 3586577"/>
              <a:gd name="connsiteX1" fmla="*/ 2779308 w 12192000"/>
              <a:gd name="connsiteY1" fmla="*/ 191654 h 3586577"/>
              <a:gd name="connsiteX2" fmla="*/ 3529993 w 12192000"/>
              <a:gd name="connsiteY2" fmla="*/ 614650 h 3586577"/>
              <a:gd name="connsiteX3" fmla="*/ 5271921 w 12192000"/>
              <a:gd name="connsiteY3" fmla="*/ 1300408 h 3586577"/>
              <a:gd name="connsiteX4" fmla="*/ 6940105 w 12192000"/>
              <a:gd name="connsiteY4" fmla="*/ 1192018 h 3586577"/>
              <a:gd name="connsiteX5" fmla="*/ 8301823 w 12192000"/>
              <a:gd name="connsiteY5" fmla="*/ 780730 h 3586577"/>
              <a:gd name="connsiteX6" fmla="*/ 12120288 w 12192000"/>
              <a:gd name="connsiteY6" fmla="*/ 561429 h 3586577"/>
              <a:gd name="connsiteX7" fmla="*/ 12192000 w 12192000"/>
              <a:gd name="connsiteY7" fmla="*/ 591187 h 3586577"/>
              <a:gd name="connsiteX8" fmla="*/ 12192000 w 12192000"/>
              <a:gd name="connsiteY8" fmla="*/ 3586577 h 3586577"/>
              <a:gd name="connsiteX9" fmla="*/ 0 w 12192000"/>
              <a:gd name="connsiteY9" fmla="*/ 3586577 h 3586577"/>
              <a:gd name="connsiteX10" fmla="*/ 0 w 12192000"/>
              <a:gd name="connsiteY10" fmla="*/ 671712 h 3586577"/>
              <a:gd name="connsiteX11" fmla="*/ 66994 w 12192000"/>
              <a:gd name="connsiteY11" fmla="*/ 616810 h 3586577"/>
              <a:gd name="connsiteX12" fmla="*/ 314608 w 12192000"/>
              <a:gd name="connsiteY12" fmla="*/ 447849 h 3586577"/>
              <a:gd name="connsiteX13" fmla="*/ 1849560 w 12192000"/>
              <a:gd name="connsiteY13" fmla="*/ 803 h 358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586577">
                <a:moveTo>
                  <a:pt x="1849560" y="803"/>
                </a:moveTo>
                <a:cubicBezTo>
                  <a:pt x="2158708" y="8598"/>
                  <a:pt x="2468821" y="73153"/>
                  <a:pt x="2779308" y="191654"/>
                </a:cubicBezTo>
                <a:cubicBezTo>
                  <a:pt x="3056080" y="297323"/>
                  <a:pt x="3289358" y="460148"/>
                  <a:pt x="3529993" y="614650"/>
                </a:cubicBezTo>
                <a:cubicBezTo>
                  <a:pt x="4050027" y="948769"/>
                  <a:pt x="4615367" y="1204778"/>
                  <a:pt x="5271921" y="1300408"/>
                </a:cubicBezTo>
                <a:cubicBezTo>
                  <a:pt x="5824636"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3586577"/>
                </a:lnTo>
                <a:lnTo>
                  <a:pt x="0" y="3586577"/>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F0A8F0DB-3D3D-DC0F-84AC-4386B58AD6E5}"/>
              </a:ext>
              <a:ext uri="{C183D7F6-B498-43B3-948B-1728B52AA6E4}">
                <adec:decorative xmlns:adec="http://schemas.microsoft.com/office/drawing/2017/decorative" val="1"/>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alpha val="60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7" name="Table Placeholder 4">
            <a:extLst>
              <a:ext uri="{FF2B5EF4-FFF2-40B4-BE49-F238E27FC236}">
                <a16:creationId xmlns:a16="http://schemas.microsoft.com/office/drawing/2014/main" id="{A8715227-A125-7CA3-B8F5-9D5894E8C981}"/>
              </a:ext>
            </a:extLst>
          </p:cNvPr>
          <p:cNvSpPr>
            <a:spLocks noGrp="1"/>
          </p:cNvSpPr>
          <p:nvPr>
            <p:ph type="tbl" sz="quarter" idx="14"/>
          </p:nvPr>
        </p:nvSpPr>
        <p:spPr>
          <a:xfrm>
            <a:off x="914400" y="2039111"/>
            <a:ext cx="10360025" cy="3374136"/>
          </a:xfrm>
        </p:spPr>
        <p:txBody>
          <a:bodyPr/>
          <a:lstStyle/>
          <a:p>
            <a:r>
              <a:rPr lang="en-US"/>
              <a:t>Click icon to add table</a:t>
            </a:r>
          </a:p>
        </p:txBody>
      </p:sp>
      <p:sp>
        <p:nvSpPr>
          <p:cNvPr id="3" name="Slide Number Placeholder 5">
            <a:extLst>
              <a:ext uri="{FF2B5EF4-FFF2-40B4-BE49-F238E27FC236}">
                <a16:creationId xmlns:a16="http://schemas.microsoft.com/office/drawing/2014/main" id="{CEC2E35B-5EFD-B330-984C-15A012C90B8A}"/>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30627489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686C03E6-655F-A394-4461-7BC878C418BB}"/>
              </a:ext>
              <a:ext uri="{C183D7F6-B498-43B3-948B-1728B52AA6E4}">
                <adec:decorative xmlns:adec="http://schemas.microsoft.com/office/drawing/2017/decorative" val="1"/>
              </a:ext>
            </a:extLst>
          </p:cNvPr>
          <p:cNvSpPr/>
          <p:nvPr userDrawn="1"/>
        </p:nvSpPr>
        <p:spPr>
          <a:xfrm>
            <a:off x="-17145" y="3001406"/>
            <a:ext cx="3865902" cy="3856595"/>
          </a:xfrm>
          <a:custGeom>
            <a:avLst/>
            <a:gdLst>
              <a:gd name="connsiteX0" fmla="*/ 0 w 3865902"/>
              <a:gd name="connsiteY0" fmla="*/ 0 h 3856595"/>
              <a:gd name="connsiteX1" fmla="*/ 36224 w 3865902"/>
              <a:gd name="connsiteY1" fmla="*/ 87499 h 3856595"/>
              <a:gd name="connsiteX2" fmla="*/ 560241 w 3865902"/>
              <a:gd name="connsiteY2" fmla="*/ 881472 h 3856595"/>
              <a:gd name="connsiteX3" fmla="*/ 1285567 w 3865902"/>
              <a:gd name="connsiteY3" fmla="*/ 1323684 h 3856595"/>
              <a:gd name="connsiteX4" fmla="*/ 1971938 w 3865902"/>
              <a:gd name="connsiteY4" fmla="*/ 1550422 h 3856595"/>
              <a:gd name="connsiteX5" fmla="*/ 3782327 w 3865902"/>
              <a:gd name="connsiteY5" fmla="*/ 2888188 h 3856595"/>
              <a:gd name="connsiteX6" fmla="*/ 3865611 w 3865902"/>
              <a:gd name="connsiteY6" fmla="*/ 3435831 h 3856595"/>
              <a:gd name="connsiteX7" fmla="*/ 3805121 w 3865902"/>
              <a:gd name="connsiteY7" fmla="*/ 3842880 h 3856595"/>
              <a:gd name="connsiteX8" fmla="*/ 3800674 w 3865902"/>
              <a:gd name="connsiteY8" fmla="*/ 3856595 h 3856595"/>
              <a:gd name="connsiteX9" fmla="*/ 0 w 3865902"/>
              <a:gd name="connsiteY9" fmla="*/ 3856595 h 385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5902" h="3856595">
                <a:moveTo>
                  <a:pt x="0" y="0"/>
                </a:moveTo>
                <a:lnTo>
                  <a:pt x="36224" y="87499"/>
                </a:lnTo>
                <a:cubicBezTo>
                  <a:pt x="154868" y="378336"/>
                  <a:pt x="315166" y="649927"/>
                  <a:pt x="560241" y="881472"/>
                </a:cubicBezTo>
                <a:cubicBezTo>
                  <a:pt x="766493" y="1076486"/>
                  <a:pt x="1013912" y="1216159"/>
                  <a:pt x="1285567" y="1323684"/>
                </a:cubicBezTo>
                <a:cubicBezTo>
                  <a:pt x="1588934" y="1443752"/>
                  <a:pt x="1777483" y="1493740"/>
                  <a:pt x="1971938" y="1550422"/>
                </a:cubicBezTo>
                <a:cubicBezTo>
                  <a:pt x="2188057" y="1613391"/>
                  <a:pt x="3470229" y="1987236"/>
                  <a:pt x="3782327" y="2888188"/>
                </a:cubicBezTo>
                <a:cubicBezTo>
                  <a:pt x="3866366" y="3130827"/>
                  <a:pt x="3867057" y="3372562"/>
                  <a:pt x="3865611" y="3435831"/>
                </a:cubicBezTo>
                <a:cubicBezTo>
                  <a:pt x="3862378" y="3575611"/>
                  <a:pt x="3840731" y="3710985"/>
                  <a:pt x="3805121" y="3842880"/>
                </a:cubicBezTo>
                <a:lnTo>
                  <a:pt x="3800674" y="3856595"/>
                </a:lnTo>
                <a:lnTo>
                  <a:pt x="0" y="3856595"/>
                </a:ln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BF7A62BA-11D3-585A-8CBD-5E0FB4DE522D}"/>
              </a:ext>
              <a:ext uri="{C183D7F6-B498-43B3-948B-1728B52AA6E4}">
                <adec:decorative xmlns:adec="http://schemas.microsoft.com/office/drawing/2017/decorative" val="1"/>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 uri="{C183D7F6-B498-43B3-948B-1728B52AA6E4}">
                <adec:decorative xmlns:adec="http://schemas.microsoft.com/office/drawing/2017/decorative" val="1"/>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userDrawn="1">
            <p:ph type="ctrTitle" hasCustomPrompt="1"/>
          </p:nvPr>
        </p:nvSpPr>
        <p:spPr>
          <a:xfrm>
            <a:off x="914400" y="914400"/>
            <a:ext cx="5641848" cy="5029200"/>
          </a:xfrm>
        </p:spPr>
        <p:txBody>
          <a:bodyPr anchor="ctr"/>
          <a:lstStyle>
            <a:lvl1pPr algn="l">
              <a:defRPr sz="4800"/>
            </a:lvl1pPr>
          </a:lstStyle>
          <a:p>
            <a:r>
              <a:rPr lang="en-US" dirty="0"/>
              <a:t>click to add title</a:t>
            </a:r>
          </a:p>
        </p:txBody>
      </p:sp>
      <p:sp>
        <p:nvSpPr>
          <p:cNvPr id="3" name="Content Placeholder 6">
            <a:extLst>
              <a:ext uri="{FF2B5EF4-FFF2-40B4-BE49-F238E27FC236}">
                <a16:creationId xmlns:a16="http://schemas.microsoft.com/office/drawing/2014/main" id="{436A1765-4F66-C345-840A-D6C73BD96BB8}"/>
              </a:ext>
            </a:extLst>
          </p:cNvPr>
          <p:cNvSpPr>
            <a:spLocks noGrp="1"/>
          </p:cNvSpPr>
          <p:nvPr>
            <p:ph sz="quarter" idx="13"/>
          </p:nvPr>
        </p:nvSpPr>
        <p:spPr>
          <a:xfrm>
            <a:off x="6848856" y="914400"/>
            <a:ext cx="3867912" cy="5029200"/>
          </a:xfrm>
        </p:spPr>
        <p:txBody>
          <a:bodyPr anchor="ctr">
            <a:normAutofit/>
          </a:bodyPr>
          <a:lstStyle>
            <a:lvl1pPr marL="0" indent="0">
              <a:buFont typeface="Courier New" panose="02070309020205020404" pitchFamily="49" charset="0"/>
              <a:buNone/>
              <a:defRPr sz="2000" cap="all" baseline="0"/>
            </a:lvl1pPr>
            <a:lvl2pPr marL="0" indent="0">
              <a:spcBef>
                <a:spcPts val="1000"/>
              </a:spcBef>
              <a:buFont typeface="Courier New" panose="02070309020205020404" pitchFamily="49" charset="0"/>
              <a:buNone/>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57158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CC72F6-C144-5508-40C5-E1B3FC085B94}"/>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4" name="Freeform: Shape 3">
              <a:extLst>
                <a:ext uri="{FF2B5EF4-FFF2-40B4-BE49-F238E27FC236}">
                  <a16:creationId xmlns:a16="http://schemas.microsoft.com/office/drawing/2014/main" id="{FF76D2EA-2C6E-B0B2-DC0D-F9EF636E5856}"/>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5" name="Freeform: Shape 4">
              <a:extLst>
                <a:ext uri="{FF2B5EF4-FFF2-40B4-BE49-F238E27FC236}">
                  <a16:creationId xmlns:a16="http://schemas.microsoft.com/office/drawing/2014/main" id="{90315871-F40F-D512-8E3F-B40F36BD4224}"/>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Freeform: Shape 5">
            <a:extLst>
              <a:ext uri="{FF2B5EF4-FFF2-40B4-BE49-F238E27FC236}">
                <a16:creationId xmlns:a16="http://schemas.microsoft.com/office/drawing/2014/main" id="{10C11C1A-EFCF-278A-D083-93F07D4DEA67}"/>
              </a:ext>
              <a:ext uri="{C183D7F6-B498-43B3-948B-1728B52AA6E4}">
                <adec:decorative xmlns:adec="http://schemas.microsoft.com/office/drawing/2017/decorative" val="1"/>
              </a:ext>
            </a:extLst>
          </p:cNvPr>
          <p:cNvSpPr/>
          <p:nvPr userDrawn="1"/>
        </p:nvSpPr>
        <p:spPr>
          <a:xfrm rot="10800000">
            <a:off x="10332231" y="4321742"/>
            <a:ext cx="1859768" cy="253625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Slide Number Placeholder 5">
            <a:extLst>
              <a:ext uri="{FF2B5EF4-FFF2-40B4-BE49-F238E27FC236}">
                <a16:creationId xmlns:a16="http://schemas.microsoft.com/office/drawing/2014/main" id="{5B1E4400-E511-F21B-0AFD-0D362BA52FF0}"/>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l">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021782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endParaRPr lang="en-US" dirty="0"/>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a:endCxn id="6" idx="1"/>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51" r:id="rId4"/>
    <p:sldLayoutId id="2147483676" r:id="rId5"/>
    <p:sldLayoutId id="2147483661" r:id="rId6"/>
    <p:sldLayoutId id="2147483670" r:id="rId7"/>
    <p:sldLayoutId id="2147483678" r:id="rId8"/>
    <p:sldLayoutId id="2147483664" r:id="rId9"/>
    <p:sldLayoutId id="2147483680" r:id="rId10"/>
    <p:sldLayoutId id="2147483681" r:id="rId11"/>
    <p:sldLayoutId id="2147483682" r:id="rId12"/>
    <p:sldLayoutId id="2147483666" r:id="rId13"/>
    <p:sldLayoutId id="2147483654" r:id="rId14"/>
  </p:sldLayoutIdLst>
  <p:hf hdr="0" ftr="0" dt="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92719-D5D9-FEC2-B9D6-942BD02028E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45A4A65-E8B8-40CF-7ABD-97EA8FA97521}"/>
              </a:ext>
            </a:extLst>
          </p:cNvPr>
          <p:cNvSpPr>
            <a:spLocks noGrp="1"/>
          </p:cNvSpPr>
          <p:nvPr>
            <p:ph type="ctrTitle"/>
          </p:nvPr>
        </p:nvSpPr>
        <p:spPr>
          <a:xfrm>
            <a:off x="345654" y="1011219"/>
            <a:ext cx="10360152" cy="5029200"/>
          </a:xfrm>
        </p:spPr>
        <p:txBody>
          <a:bodyPr anchor="ctr"/>
          <a:lstStyle/>
          <a:p>
            <a:r>
              <a:rPr lang="en-US" sz="6600" dirty="0">
                <a:latin typeface="Algerian" panose="04020705040A02060702" pitchFamily="82" charset="0"/>
              </a:rPr>
              <a:t>THE IVORY WHISK</a:t>
            </a:r>
            <a:br>
              <a:rPr lang="en-US" sz="6600" dirty="0">
                <a:latin typeface="Algerian" panose="04020705040A02060702" pitchFamily="82" charset="0"/>
              </a:rPr>
            </a:br>
            <a:r>
              <a:rPr lang="en-US" sz="6600" dirty="0">
                <a:latin typeface="Algerian" panose="04020705040A02060702" pitchFamily="82" charset="0"/>
              </a:rPr>
              <a:t>                 </a:t>
            </a:r>
            <a:r>
              <a:rPr lang="en-US" sz="3200" dirty="0">
                <a:latin typeface="Bahnschrift Condensed" panose="020B0502040204020203" pitchFamily="34" charset="0"/>
              </a:rPr>
              <a:t>- Where every BITE is a MASTERPIECE</a:t>
            </a:r>
          </a:p>
        </p:txBody>
      </p:sp>
    </p:spTree>
    <p:extLst>
      <p:ext uri="{BB962C8B-B14F-4D97-AF65-F5344CB8AC3E}">
        <p14:creationId xmlns:p14="http://schemas.microsoft.com/office/powerpoint/2010/main" val="1338167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46C7B-D29F-368C-FEEC-CDFA125F8E5C}"/>
              </a:ext>
            </a:extLst>
          </p:cNvPr>
          <p:cNvSpPr>
            <a:spLocks noGrp="1"/>
          </p:cNvSpPr>
          <p:nvPr>
            <p:ph type="title"/>
          </p:nvPr>
        </p:nvSpPr>
        <p:spPr>
          <a:xfrm>
            <a:off x="1001467" y="914400"/>
            <a:ext cx="5641848" cy="5029200"/>
          </a:xfrm>
        </p:spPr>
        <p:txBody>
          <a:bodyPr/>
          <a:lstStyle/>
          <a:p>
            <a:r>
              <a:rPr lang="en-US" dirty="0"/>
              <a:t>agenda</a:t>
            </a:r>
          </a:p>
        </p:txBody>
      </p:sp>
      <p:graphicFrame>
        <p:nvGraphicFramePr>
          <p:cNvPr id="6" name="Table 4">
            <a:extLst>
              <a:ext uri="{FF2B5EF4-FFF2-40B4-BE49-F238E27FC236}">
                <a16:creationId xmlns:a16="http://schemas.microsoft.com/office/drawing/2014/main" id="{0D6FB95E-6987-A57C-3663-3FD6F6FAC24E}"/>
              </a:ext>
            </a:extLst>
          </p:cNvPr>
          <p:cNvGraphicFramePr>
            <a:graphicFrameLocks noGrp="1"/>
          </p:cNvGraphicFramePr>
          <p:nvPr>
            <p:ph idx="1"/>
            <p:extLst>
              <p:ext uri="{D42A27DB-BD31-4B8C-83A1-F6EECF244321}">
                <p14:modId xmlns:p14="http://schemas.microsoft.com/office/powerpoint/2010/main" val="2397106555"/>
              </p:ext>
            </p:extLst>
          </p:nvPr>
        </p:nvGraphicFramePr>
        <p:xfrm>
          <a:off x="6869113" y="1143000"/>
          <a:ext cx="4190999" cy="4858658"/>
        </p:xfrm>
        <a:graphic>
          <a:graphicData uri="http://schemas.openxmlformats.org/drawingml/2006/table">
            <a:tbl>
              <a:tblPr firstRow="1" bandRow="1"/>
              <a:tblGrid>
                <a:gridCol w="4190999">
                  <a:extLst>
                    <a:ext uri="{9D8B030D-6E8A-4147-A177-3AD203B41FA5}">
                      <a16:colId xmlns:a16="http://schemas.microsoft.com/office/drawing/2014/main" val="1563570424"/>
                    </a:ext>
                  </a:extLst>
                </a:gridCol>
              </a:tblGrid>
              <a:tr h="782798">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sz="3200" b="0" dirty="0">
                        <a:latin typeface="+mn-lt"/>
                        <a:cs typeface="Gill Sans Light" panose="020B0302020104020203" pitchFamily="34" charset="-79"/>
                      </a:endParaRPr>
                    </a:p>
                    <a:p>
                      <a:pPr marL="0" marR="0" lvl="0" indent="0" algn="r" defTabSz="914400" rtl="0" eaLnBrk="1" fontAlgn="auto" latinLnBrk="0" hangingPunct="1">
                        <a:lnSpc>
                          <a:spcPct val="100000"/>
                        </a:lnSpc>
                        <a:spcBef>
                          <a:spcPts val="0"/>
                        </a:spcBef>
                        <a:spcAft>
                          <a:spcPts val="0"/>
                        </a:spcAft>
                        <a:buClrTx/>
                        <a:buSzTx/>
                        <a:buFontTx/>
                        <a:buNone/>
                        <a:tabLst/>
                        <a:defRPr/>
                      </a:pPr>
                      <a:r>
                        <a:rPr lang="en-US" sz="3200" b="0" dirty="0">
                          <a:latin typeface="+mn-lt"/>
                          <a:cs typeface="Gill Sans Light" panose="020B0302020104020203" pitchFamily="34" charset="-79"/>
                        </a:rPr>
                        <a:t>INTRODUCTION</a:t>
                      </a:r>
                    </a:p>
                  </a:txBody>
                  <a:tcPr>
                    <a:lnL w="12700" cmpd="sng">
                      <a:noFill/>
                      <a:prstDash val="solid"/>
                    </a:lnL>
                    <a:lnR w="12700" cmpd="sng">
                      <a:noFill/>
                      <a:prstDash val="solid"/>
                    </a:lnR>
                    <a:lnT w="12700" cmpd="sng">
                      <a:noFill/>
                      <a:prstDash val="soli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9471877"/>
                  </a:ext>
                </a:extLst>
              </a:tr>
              <a:tr h="979008">
                <a:tc>
                  <a:txBody>
                    <a:bodyPr/>
                    <a:lstStyle/>
                    <a:p>
                      <a:pPr marL="0" algn="r" defTabSz="914400" rtl="0" eaLnBrk="1" latinLnBrk="0" hangingPunct="1"/>
                      <a:r>
                        <a:rPr lang="en-IN" sz="2800" b="0" i="0" kern="1200" dirty="0">
                          <a:solidFill>
                            <a:schemeClr val="tx1"/>
                          </a:solidFill>
                          <a:effectLst/>
                          <a:latin typeface="+mn-lt"/>
                          <a:ea typeface="+mn-ea"/>
                          <a:cs typeface="+mn-cs"/>
                        </a:rPr>
                        <a:t>Campaign objectives</a:t>
                      </a:r>
                      <a:endParaRPr lang="en-US" sz="2800" b="0" kern="1200" dirty="0">
                        <a:solidFill>
                          <a:schemeClr val="tx1"/>
                        </a:solidFill>
                        <a:latin typeface="+mj-lt"/>
                        <a:ea typeface="+mn-ea"/>
                        <a:cs typeface="+mn-cs"/>
                      </a:endParaRPr>
                    </a:p>
                  </a:txBody>
                  <a:tcPr anchor="b">
                    <a:lnL w="12700" cmpd="sng">
                      <a:noFill/>
                      <a:prstDash val="solid"/>
                    </a:lnL>
                    <a:lnR w="12700" cmpd="sng">
                      <a:noFill/>
                      <a:prstDash val="soli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36238222"/>
                  </a:ext>
                </a:extLst>
              </a:tr>
              <a:tr h="998987">
                <a:tc>
                  <a:txBody>
                    <a:bodyPr/>
                    <a:lstStyle/>
                    <a:p>
                      <a:pPr marL="0" algn="r" defTabSz="914400" rtl="0" eaLnBrk="1" latinLnBrk="0" hangingPunct="1"/>
                      <a:r>
                        <a:rPr lang="en-IN" sz="2800" b="0" i="0" kern="1200" dirty="0">
                          <a:solidFill>
                            <a:schemeClr val="tx1"/>
                          </a:solidFill>
                          <a:effectLst/>
                          <a:latin typeface="+mn-lt"/>
                          <a:ea typeface="+mn-ea"/>
                          <a:cs typeface="+mn-cs"/>
                        </a:rPr>
                        <a:t>Bid &amp; Budget allocation</a:t>
                      </a:r>
                      <a:r>
                        <a:rPr lang="en-IN" sz="1800" b="0" i="0" kern="1200" dirty="0">
                          <a:solidFill>
                            <a:schemeClr val="tx1"/>
                          </a:solidFill>
                          <a:effectLst/>
                          <a:latin typeface="+mn-lt"/>
                          <a:ea typeface="+mn-ea"/>
                          <a:cs typeface="+mn-cs"/>
                        </a:rPr>
                        <a:t>.</a:t>
                      </a:r>
                      <a:endParaRPr lang="en-US" sz="2400" b="0" kern="1200" dirty="0">
                        <a:solidFill>
                          <a:schemeClr val="tx1"/>
                        </a:solidFill>
                        <a:latin typeface="+mj-lt"/>
                        <a:ea typeface="+mn-ea"/>
                        <a:cs typeface="+mn-cs"/>
                      </a:endParaRPr>
                    </a:p>
                  </a:txBody>
                  <a:tcPr anchor="b">
                    <a:lnL w="12700" cmpd="sng">
                      <a:noFill/>
                      <a:prstDash val="solid"/>
                    </a:lnL>
                    <a:lnR w="12700" cmpd="sng">
                      <a:noFill/>
                      <a:prstDash val="soli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24452646"/>
                  </a:ext>
                </a:extLst>
              </a:tr>
              <a:tr h="959028">
                <a:tc>
                  <a:txBody>
                    <a:bodyPr/>
                    <a:lstStyle/>
                    <a:p>
                      <a:pPr marL="0" algn="r" defTabSz="914400" rtl="0" eaLnBrk="1" latinLnBrk="0" hangingPunct="1"/>
                      <a:r>
                        <a:rPr lang="en-IN" sz="3200" b="0" i="0" kern="1200" dirty="0">
                          <a:solidFill>
                            <a:schemeClr val="tx1"/>
                          </a:solidFill>
                          <a:effectLst/>
                          <a:latin typeface="+mn-lt"/>
                          <a:ea typeface="+mn-ea"/>
                          <a:cs typeface="+mn-cs"/>
                        </a:rPr>
                        <a:t>Ad format preferences </a:t>
                      </a:r>
                      <a:r>
                        <a:rPr lang="en-US" sz="3200" b="0" kern="1200" dirty="0">
                          <a:solidFill>
                            <a:schemeClr val="tx1"/>
                          </a:solidFill>
                          <a:latin typeface="+mj-lt"/>
                          <a:ea typeface="+mn-ea"/>
                          <a:cs typeface="+mn-cs"/>
                        </a:rPr>
                        <a:t> </a:t>
                      </a:r>
                    </a:p>
                  </a:txBody>
                  <a:tcPr anchor="b">
                    <a:lnL w="12700" cmpd="sng">
                      <a:noFill/>
                      <a:prstDash val="solid"/>
                    </a:lnL>
                    <a:lnR w="12700" cmpd="sng">
                      <a:noFill/>
                      <a:prstDash val="soli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90977400"/>
                  </a:ext>
                </a:extLst>
              </a:tr>
              <a:tr h="854835">
                <a:tc>
                  <a:txBody>
                    <a:bodyPr/>
                    <a:lstStyle/>
                    <a:p>
                      <a:pPr marL="0" algn="r" defTabSz="914400" rtl="0" eaLnBrk="1" latinLnBrk="0" hangingPunct="1"/>
                      <a:r>
                        <a:rPr lang="en-IN" sz="3200" b="0" i="0" kern="1200" dirty="0">
                          <a:solidFill>
                            <a:schemeClr val="tx1"/>
                          </a:solidFill>
                          <a:effectLst/>
                          <a:latin typeface="+mn-lt"/>
                          <a:ea typeface="+mn-ea"/>
                          <a:cs typeface="+mn-cs"/>
                        </a:rPr>
                        <a:t>Target audience details</a:t>
                      </a:r>
                      <a:endParaRPr lang="en-US" sz="3200" b="0" kern="1200" dirty="0">
                        <a:solidFill>
                          <a:schemeClr val="tx1"/>
                        </a:solidFill>
                        <a:latin typeface="+mj-lt"/>
                        <a:ea typeface="+mn-ea"/>
                        <a:cs typeface="+mn-cs"/>
                      </a:endParaRPr>
                    </a:p>
                  </a:txBody>
                  <a:tcPr anchor="b">
                    <a:lnL w="12700" cmpd="sng">
                      <a:noFill/>
                      <a:prstDash val="solid"/>
                    </a:lnL>
                    <a:lnR w="12700" cmpd="sng">
                      <a:noFill/>
                      <a:prstDash val="solid"/>
                    </a:lnR>
                    <a:lnT w="9525"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3056376589"/>
                  </a:ext>
                </a:extLst>
              </a:tr>
            </a:tbl>
          </a:graphicData>
        </a:graphic>
      </p:graphicFrame>
    </p:spTree>
    <p:extLst>
      <p:ext uri="{BB962C8B-B14F-4D97-AF65-F5344CB8AC3E}">
        <p14:creationId xmlns:p14="http://schemas.microsoft.com/office/powerpoint/2010/main" val="5864785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0" y="178322"/>
            <a:ext cx="7534656" cy="914400"/>
          </a:xfrm>
        </p:spPr>
        <p:txBody>
          <a:bodyPr/>
          <a:lstStyle/>
          <a:p>
            <a:r>
              <a:rPr lang="en-US" dirty="0"/>
              <a:t>INTRODUCTION</a:t>
            </a:r>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3</a:t>
            </a:fld>
            <a:endParaRPr lang="en-US" dirty="0"/>
          </a:p>
        </p:txBody>
      </p:sp>
      <p:sp>
        <p:nvSpPr>
          <p:cNvPr id="2" name="Content Placeholder 1">
            <a:extLst>
              <a:ext uri="{FF2B5EF4-FFF2-40B4-BE49-F238E27FC236}">
                <a16:creationId xmlns:a16="http://schemas.microsoft.com/office/drawing/2014/main" id="{31323F81-9AF3-056C-A83A-AEF8C3998468}"/>
              </a:ext>
            </a:extLst>
          </p:cNvPr>
          <p:cNvSpPr>
            <a:spLocks noGrp="1" noChangeArrowheads="1"/>
          </p:cNvSpPr>
          <p:nvPr>
            <p:ph sz="quarter" idx="10"/>
          </p:nvPr>
        </p:nvSpPr>
        <p:spPr bwMode="auto">
          <a:xfrm flipV="1">
            <a:off x="0" y="178322"/>
            <a:ext cx="5181600" cy="369332"/>
          </a:xfrm>
          <a:prstGeom prst="rect">
            <a:avLst/>
          </a:prstGeom>
          <a:solidFill>
            <a:srgbClr val="2226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C7C7C7"/>
                </a:solidFill>
                <a:effectLst/>
                <a:latin typeface="Arial" panose="020B060402020202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398DBA95-CEB7-B06E-8D55-EAE12C6C67F6}"/>
              </a:ext>
            </a:extLst>
          </p:cNvPr>
          <p:cNvSpPr txBox="1"/>
          <p:nvPr/>
        </p:nvSpPr>
        <p:spPr>
          <a:xfrm>
            <a:off x="88489" y="1092722"/>
            <a:ext cx="9635613" cy="4401205"/>
          </a:xfrm>
          <a:prstGeom prst="rect">
            <a:avLst/>
          </a:prstGeom>
          <a:noFill/>
        </p:spPr>
        <p:txBody>
          <a:bodyPr wrap="square" rtlCol="0">
            <a:spAutoFit/>
          </a:bodyPr>
          <a:lstStyle/>
          <a:p>
            <a:r>
              <a:rPr lang="en-US" dirty="0"/>
              <a:t> </a:t>
            </a:r>
            <a:r>
              <a:rPr lang="en-US" sz="2000" b="1" dirty="0"/>
              <a:t>This project focuses on designing and implementing a Facebook marketing campaign for The Ivory Whisk, a premium bakery brand. The objective of the campaign is to increase brand awareness, engage potential customers, and promote the bakery's products through targeted digital marketing strategies. The project involves audience research, campaign planning, ad creation, budget allocation, and performance analysis using Facebook Ads Manager. </a:t>
            </a:r>
          </a:p>
          <a:p>
            <a:endParaRPr lang="en-US" sz="2000" b="1" dirty="0"/>
          </a:p>
          <a:p>
            <a:r>
              <a:rPr lang="en-US" sz="2000" b="1" dirty="0"/>
              <a:t> The Ivory Whisk is a premium bakery that specializes in high-quality cakes, pastries, cookies, and other baked goods. The brand is committed to delivering fresh, delicious, and beautifully crafted products that provide customers with a memorable experience. With a focus on quality, creativity, and customer satisfaction, The Ivory Whisk aims to establish itself as a preferred destination for bakery and dessert lovers. Through digital marketing initiatives, the company seeks to expand its reach, attract new customers, and strengthen its online presence. :::This introduction is professional and dessert lovers. Through digital marketing initiatives, the company seeks to expand its reach, attract new customers, and strengthen its online presence.</a:t>
            </a:r>
            <a:endParaRPr lang="en-IN" sz="2000" b="1" dirty="0"/>
          </a:p>
        </p:txBody>
      </p:sp>
    </p:spTree>
    <p:extLst>
      <p:ext uri="{BB962C8B-B14F-4D97-AF65-F5344CB8AC3E}">
        <p14:creationId xmlns:p14="http://schemas.microsoft.com/office/powerpoint/2010/main" val="19669132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1377AF6-2477-81EC-D1BC-43FD72DF18F6}"/>
              </a:ext>
            </a:extLst>
          </p:cNvPr>
          <p:cNvSpPr>
            <a:spLocks noGrp="1"/>
          </p:cNvSpPr>
          <p:nvPr>
            <p:ph type="title"/>
          </p:nvPr>
        </p:nvSpPr>
        <p:spPr>
          <a:xfrm>
            <a:off x="5827205" y="914400"/>
            <a:ext cx="5449824" cy="3538728"/>
          </a:xfrm>
        </p:spPr>
        <p:txBody>
          <a:bodyPr anchor="b"/>
          <a:lstStyle/>
          <a:p>
            <a:r>
              <a:rPr lang="en-IN" dirty="0"/>
              <a:t>Campaign objectives</a:t>
            </a:r>
            <a:endParaRPr lang="en-US" dirty="0"/>
          </a:p>
        </p:txBody>
      </p:sp>
      <p:pic>
        <p:nvPicPr>
          <p:cNvPr id="4" name="Picture Placeholder 3" descr="A person holding a plant">
            <a:extLst>
              <a:ext uri="{FF2B5EF4-FFF2-40B4-BE49-F238E27FC236}">
                <a16:creationId xmlns:a16="http://schemas.microsoft.com/office/drawing/2014/main" id="{0DEBEDD0-2C97-CD36-23CF-99F082806824}"/>
              </a:ext>
            </a:extLst>
          </p:cNvPr>
          <p:cNvPicPr>
            <a:picLocks noGrp="1" noChangeAspect="1"/>
          </p:cNvPicPr>
          <p:nvPr>
            <p:ph type="pic" sz="quarter" idx="11"/>
          </p:nvPr>
        </p:nvPicPr>
        <p:blipFill rotWithShape="1">
          <a:blip r:embed="rId3"/>
          <a:srcRect l="24497" r="24497"/>
          <a:stretch/>
        </p:blipFill>
        <p:spPr>
          <a:xfrm>
            <a:off x="-1" y="261780"/>
            <a:ext cx="5046134" cy="6596220"/>
          </a:xfrm>
          <a:solidFill>
            <a:schemeClr val="tx1"/>
          </a:solidFill>
        </p:spPr>
      </p:pic>
      <p:sp>
        <p:nvSpPr>
          <p:cNvPr id="11" name="Content Placeholder 10">
            <a:extLst>
              <a:ext uri="{FF2B5EF4-FFF2-40B4-BE49-F238E27FC236}">
                <a16:creationId xmlns:a16="http://schemas.microsoft.com/office/drawing/2014/main" id="{000EBDF4-3413-FCF9-2E25-9A254A61F23E}"/>
              </a:ext>
            </a:extLst>
          </p:cNvPr>
          <p:cNvSpPr>
            <a:spLocks noGrp="1"/>
          </p:cNvSpPr>
          <p:nvPr>
            <p:ph idx="10"/>
          </p:nvPr>
        </p:nvSpPr>
        <p:spPr>
          <a:xfrm>
            <a:off x="11277029" y="7325031"/>
            <a:ext cx="255067" cy="131359"/>
          </a:xfrm>
        </p:spPr>
        <p:txBody>
          <a:bodyPr/>
          <a:lstStyle/>
          <a:p>
            <a:endParaRPr lang="en-US" dirty="0"/>
          </a:p>
        </p:txBody>
      </p:sp>
    </p:spTree>
    <p:extLst>
      <p:ext uri="{BB962C8B-B14F-4D97-AF65-F5344CB8AC3E}">
        <p14:creationId xmlns:p14="http://schemas.microsoft.com/office/powerpoint/2010/main" val="5200005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12B9151-2023-79E7-3220-470E9AB17020}"/>
              </a:ext>
            </a:extLst>
          </p:cNvPr>
          <p:cNvSpPr>
            <a:spLocks noGrp="1"/>
          </p:cNvSpPr>
          <p:nvPr>
            <p:ph type="sldNum" sz="quarter" idx="4"/>
          </p:nvPr>
        </p:nvSpPr>
        <p:spPr/>
        <p:txBody>
          <a:bodyPr/>
          <a:lstStyle/>
          <a:p>
            <a:fld id="{58FB4751-880F-D840-AAA9-3A15815CC996}" type="slidenum">
              <a:rPr lang="en-US" smtClean="0"/>
              <a:pPr/>
              <a:t>5</a:t>
            </a:fld>
            <a:endParaRPr lang="en-US" dirty="0"/>
          </a:p>
        </p:txBody>
      </p:sp>
      <p:pic>
        <p:nvPicPr>
          <p:cNvPr id="4" name="Picture 3">
            <a:extLst>
              <a:ext uri="{FF2B5EF4-FFF2-40B4-BE49-F238E27FC236}">
                <a16:creationId xmlns:a16="http://schemas.microsoft.com/office/drawing/2014/main" id="{29C4348B-7615-38E0-A254-88F7A6B5AEEB}"/>
              </a:ext>
            </a:extLst>
          </p:cNvPr>
          <p:cNvPicPr>
            <a:picLocks noChangeAspect="1"/>
          </p:cNvPicPr>
          <p:nvPr/>
        </p:nvPicPr>
        <p:blipFill>
          <a:blip r:embed="rId2"/>
          <a:stretch>
            <a:fillRect/>
          </a:stretch>
        </p:blipFill>
        <p:spPr>
          <a:xfrm>
            <a:off x="419937" y="208307"/>
            <a:ext cx="9662079" cy="6441386"/>
          </a:xfrm>
          <a:prstGeom prst="rect">
            <a:avLst/>
          </a:prstGeom>
        </p:spPr>
      </p:pic>
    </p:spTree>
    <p:extLst>
      <p:ext uri="{BB962C8B-B14F-4D97-AF65-F5344CB8AC3E}">
        <p14:creationId xmlns:p14="http://schemas.microsoft.com/office/powerpoint/2010/main" val="16810377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Title 2">
            <a:extLst>
              <a:ext uri="{FF2B5EF4-FFF2-40B4-BE49-F238E27FC236}">
                <a16:creationId xmlns:a16="http://schemas.microsoft.com/office/drawing/2014/main" id="{2A3D95EF-8A67-7F71-37EF-9EB02511B163}"/>
              </a:ext>
            </a:extLst>
          </p:cNvPr>
          <p:cNvSpPr>
            <a:spLocks noGrp="1"/>
          </p:cNvSpPr>
          <p:nvPr>
            <p:ph type="title"/>
          </p:nvPr>
        </p:nvSpPr>
        <p:spPr>
          <a:xfrm>
            <a:off x="914400" y="914400"/>
            <a:ext cx="10360152" cy="2843784"/>
          </a:xfrm>
        </p:spPr>
        <p:txBody>
          <a:bodyPr anchor="b"/>
          <a:lstStyle/>
          <a:p>
            <a:r>
              <a:rPr lang="en-US" dirty="0"/>
              <a:t>BID AND ALLOCATIONS</a:t>
            </a:r>
          </a:p>
        </p:txBody>
      </p:sp>
    </p:spTree>
    <p:extLst>
      <p:ext uri="{BB962C8B-B14F-4D97-AF65-F5344CB8AC3E}">
        <p14:creationId xmlns:p14="http://schemas.microsoft.com/office/powerpoint/2010/main" val="10967174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BE78E3B3-78C4-DA23-3C46-2E90D4D301DD}"/>
              </a:ext>
            </a:extLst>
          </p:cNvPr>
          <p:cNvSpPr>
            <a:spLocks noGrp="1"/>
          </p:cNvSpPr>
          <p:nvPr>
            <p:ph type="title"/>
          </p:nvPr>
        </p:nvSpPr>
        <p:spPr>
          <a:xfrm>
            <a:off x="102107" y="1297970"/>
            <a:ext cx="11356259" cy="5201151"/>
          </a:xfrm>
        </p:spPr>
        <p:txBody>
          <a:bodyPr/>
          <a:lstStyle/>
          <a:p>
            <a:r>
              <a:rPr lang="en-US" sz="2000" dirty="0"/>
              <a:t>The Facebook advertising campaign for The Ivory Whisk will use the Lowest Cost Bidding Strategy, allowing Facebook to automatically optimize ad delivery and achieve the maximum results within the allocated budget . </a:t>
            </a:r>
            <a:br>
              <a:rPr lang="en-US" sz="2000" dirty="0"/>
            </a:br>
            <a:br>
              <a:rPr lang="en-US" sz="2000" dirty="0"/>
            </a:br>
            <a:r>
              <a:rPr lang="en-US" sz="2000" dirty="0"/>
              <a:t>Campaign Budget Total Campaign Budget: ₹7,500</a:t>
            </a:r>
            <a:br>
              <a:rPr lang="en-US" sz="2000" dirty="0"/>
            </a:br>
            <a:br>
              <a:rPr lang="en-US" sz="2000" dirty="0"/>
            </a:br>
            <a:r>
              <a:rPr lang="en-US" sz="2000" dirty="0"/>
              <a:t>Campaign Duration: 15 Days</a:t>
            </a:r>
            <a:br>
              <a:rPr lang="en-US" sz="2000" dirty="0"/>
            </a:br>
            <a:br>
              <a:rPr lang="en-US" sz="2000" dirty="0"/>
            </a:br>
            <a:r>
              <a:rPr lang="en-US" sz="2000" dirty="0"/>
              <a:t>Daily Budget: ₹500Budget </a:t>
            </a:r>
            <a:br>
              <a:rPr lang="en-US" sz="2000" dirty="0"/>
            </a:br>
            <a:br>
              <a:rPr lang="en-US" sz="2000" dirty="0"/>
            </a:br>
            <a:r>
              <a:rPr lang="en-US" sz="2000" dirty="0"/>
              <a:t>Allocation Awareness Campaign: 40% (₹3,000)Focus on reaching new audiences and increasing brand visibility .</a:t>
            </a:r>
            <a:br>
              <a:rPr lang="en-US" sz="2000" dirty="0"/>
            </a:br>
            <a:br>
              <a:rPr lang="en-US" sz="2000" dirty="0"/>
            </a:br>
            <a:r>
              <a:rPr lang="en-US" sz="2000" dirty="0"/>
              <a:t>Engagement Campaign: 35% (₹2,625)Encourage likes, comments, shares, and page follows . </a:t>
            </a:r>
            <a:br>
              <a:rPr lang="en-US" sz="2000" dirty="0"/>
            </a:br>
            <a:br>
              <a:rPr lang="en-US" sz="2000" dirty="0"/>
            </a:br>
            <a:r>
              <a:rPr lang="en-US" sz="2000" dirty="0"/>
              <a:t>Lead Generation Campaign: 25% (₹1,875)Generate inquiries for custom cakes, events, and special orders .</a:t>
            </a:r>
            <a:br>
              <a:rPr lang="en-US" sz="2000" dirty="0"/>
            </a:br>
            <a:br>
              <a:rPr lang="en-US" sz="2000" dirty="0"/>
            </a:br>
            <a:r>
              <a:rPr lang="en-US" sz="2000" dirty="0"/>
              <a:t>Expected Outcomes Reach: 20,000–30,000</a:t>
            </a:r>
            <a:br>
              <a:rPr lang="en-US" sz="2000" dirty="0"/>
            </a:br>
            <a:r>
              <a:rPr lang="en-US" sz="2000" dirty="0"/>
              <a:t> people Engagement: 1,000+ interactions Leads: 50+ customer inquiries </a:t>
            </a:r>
            <a:br>
              <a:rPr lang="en-US" sz="2000" dirty="0"/>
            </a:br>
            <a:br>
              <a:rPr lang="en-US" sz="2000" dirty="0"/>
            </a:br>
            <a:r>
              <a:rPr lang="en-US" sz="2000" dirty="0"/>
              <a:t>This budget allocation ensures balanced spending across awareness, engagement, and lead generation objectives while maximizing overall campaign performance. </a:t>
            </a:r>
          </a:p>
        </p:txBody>
      </p:sp>
      <p:sp>
        <p:nvSpPr>
          <p:cNvPr id="2" name="Slide Number Placeholder 1">
            <a:extLst>
              <a:ext uri="{FF2B5EF4-FFF2-40B4-BE49-F238E27FC236}">
                <a16:creationId xmlns:a16="http://schemas.microsoft.com/office/drawing/2014/main" id="{936FDB8F-30F0-B7D0-8F56-64AD2966CBD7}"/>
              </a:ext>
            </a:extLst>
          </p:cNvPr>
          <p:cNvSpPr>
            <a:spLocks noGrp="1"/>
          </p:cNvSpPr>
          <p:nvPr>
            <p:ph type="sldNum" sz="quarter" idx="4"/>
          </p:nvPr>
        </p:nvSpPr>
        <p:spPr>
          <a:xfrm>
            <a:off x="11353800" y="5879804"/>
            <a:ext cx="661416" cy="895899"/>
          </a:xfrm>
        </p:spPr>
        <p:txBody>
          <a:bodyPr anchor="ctr">
            <a:normAutofit/>
          </a:bodyPr>
          <a:lstStyle/>
          <a:p>
            <a:pPr>
              <a:spcAft>
                <a:spcPts val="600"/>
              </a:spcAft>
            </a:pPr>
            <a:fld id="{58FB4751-880F-D840-AAA9-3A15815CC996}" type="slidenum">
              <a:rPr lang="en-US" smtClean="0"/>
              <a:pPr>
                <a:spcAft>
                  <a:spcPts val="600"/>
                </a:spcAft>
              </a:pPr>
              <a:t>7</a:t>
            </a:fld>
            <a:endParaRPr lang="en-US"/>
          </a:p>
        </p:txBody>
      </p:sp>
    </p:spTree>
    <p:extLst>
      <p:ext uri="{BB962C8B-B14F-4D97-AF65-F5344CB8AC3E}">
        <p14:creationId xmlns:p14="http://schemas.microsoft.com/office/powerpoint/2010/main" val="12682651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C1C40-00C4-696C-BEAC-26BC3E98100D}"/>
              </a:ext>
            </a:extLst>
          </p:cNvPr>
          <p:cNvSpPr>
            <a:spLocks noGrp="1"/>
          </p:cNvSpPr>
          <p:nvPr>
            <p:ph type="title"/>
          </p:nvPr>
        </p:nvSpPr>
        <p:spPr/>
        <p:txBody>
          <a:bodyPr/>
          <a:lstStyle/>
          <a:p>
            <a:r>
              <a:rPr lang="en-IN" dirty="0"/>
              <a:t>AD FORMAT PREFRENCE</a:t>
            </a:r>
          </a:p>
        </p:txBody>
      </p:sp>
    </p:spTree>
    <p:extLst>
      <p:ext uri="{BB962C8B-B14F-4D97-AF65-F5344CB8AC3E}">
        <p14:creationId xmlns:p14="http://schemas.microsoft.com/office/powerpoint/2010/main" val="32067763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7CF1B11-BEB4-96CA-3A31-0EF78199A64F}"/>
              </a:ext>
            </a:extLst>
          </p:cNvPr>
          <p:cNvSpPr>
            <a:spLocks noGrp="1"/>
          </p:cNvSpPr>
          <p:nvPr>
            <p:ph type="sldNum" sz="quarter" idx="4"/>
          </p:nvPr>
        </p:nvSpPr>
        <p:spPr/>
        <p:txBody>
          <a:bodyPr/>
          <a:lstStyle/>
          <a:p>
            <a:fld id="{58FB4751-880F-D840-AAA9-3A15815CC996}" type="slidenum">
              <a:rPr lang="en-US" smtClean="0"/>
              <a:pPr/>
              <a:t>9</a:t>
            </a:fld>
            <a:endParaRPr lang="en-US" dirty="0"/>
          </a:p>
        </p:txBody>
      </p:sp>
      <p:sp>
        <p:nvSpPr>
          <p:cNvPr id="14" name="TextBox 13">
            <a:extLst>
              <a:ext uri="{FF2B5EF4-FFF2-40B4-BE49-F238E27FC236}">
                <a16:creationId xmlns:a16="http://schemas.microsoft.com/office/drawing/2014/main" id="{E1750BA1-643D-926C-A6D3-0C50D9027C0E}"/>
              </a:ext>
            </a:extLst>
          </p:cNvPr>
          <p:cNvSpPr txBox="1"/>
          <p:nvPr/>
        </p:nvSpPr>
        <p:spPr>
          <a:xfrm>
            <a:off x="354563" y="578498"/>
            <a:ext cx="8882743" cy="4832092"/>
          </a:xfrm>
          <a:prstGeom prst="rect">
            <a:avLst/>
          </a:prstGeom>
          <a:noFill/>
        </p:spPr>
        <p:txBody>
          <a:bodyPr wrap="square" rtlCol="0">
            <a:spAutoFit/>
          </a:bodyPr>
          <a:lstStyle/>
          <a:p>
            <a:r>
              <a:rPr lang="en-US" sz="2400" dirty="0">
                <a:latin typeface="Bahnschrift Condensed" panose="020B0502040204020203" pitchFamily="34" charset="0"/>
              </a:rPr>
              <a:t>The Ivory Whisk will use a combination of Facebook ad formats to effectively showcase its bakery products and engage potential customers.</a:t>
            </a:r>
          </a:p>
          <a:p>
            <a:r>
              <a:rPr lang="en-US" sz="2000" dirty="0">
                <a:latin typeface="Aptos" panose="020B0004020202020204" pitchFamily="34" charset="0"/>
              </a:rPr>
              <a:t>1. Image Ads ; Display high-quality images of cakes, pastries, cookies, and bakery specials . Suitable for building brand awareness and attracting attention.</a:t>
            </a:r>
          </a:p>
          <a:p>
            <a:r>
              <a:rPr lang="en-US" sz="2000" dirty="0">
                <a:latin typeface="Aptos" panose="020B0004020202020204" pitchFamily="34" charset="0"/>
              </a:rPr>
              <a:t>2. Carousel Ads ; Showcase multiple bakery products in a single advertisement  . Allow customers to view different cake designs, flavors, and special offers</a:t>
            </a:r>
          </a:p>
          <a:p>
            <a:r>
              <a:rPr lang="en-US" sz="2000" dirty="0">
                <a:latin typeface="Aptos" panose="020B0004020202020204" pitchFamily="34" charset="0"/>
              </a:rPr>
              <a:t>.3. Video Ads; Feature short videos of cake decoration, baking processes, and customer testimonials . Increase engagement and create a stronger connection with the audience.</a:t>
            </a:r>
          </a:p>
          <a:p>
            <a:r>
              <a:rPr lang="en-US" sz="2000" dirty="0">
                <a:latin typeface="Aptos" panose="020B0004020202020204" pitchFamily="34" charset="0"/>
              </a:rPr>
              <a:t>4. Story Ads; Full-screen vertical ads displayed on Facebook and Instagram Stories . Ideal for promoting limited-time offers, festive specials, and new product launches .</a:t>
            </a:r>
          </a:p>
          <a:p>
            <a:r>
              <a:rPr lang="en-US" sz="2000" dirty="0">
                <a:latin typeface="Aptos" panose="020B0004020202020204" pitchFamily="34" charset="0"/>
              </a:rPr>
              <a:t>Preferred Format The primary ad formats for this campaign will be Carousel Ads and Video Ads, as they provide visually appealing content, highlight multiple products, and generate higher engagement among the target audience</a:t>
            </a:r>
            <a:endParaRPr lang="en-IN" sz="2000" dirty="0">
              <a:latin typeface="Aptos" panose="020B0004020202020204" pitchFamily="34" charset="0"/>
            </a:endParaRPr>
          </a:p>
        </p:txBody>
      </p:sp>
    </p:spTree>
    <p:extLst>
      <p:ext uri="{BB962C8B-B14F-4D97-AF65-F5344CB8AC3E}">
        <p14:creationId xmlns:p14="http://schemas.microsoft.com/office/powerpoint/2010/main" val="24672378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DD25C-0D2F-28F1-E10A-0F6ABF330310}"/>
              </a:ext>
            </a:extLst>
          </p:cNvPr>
          <p:cNvSpPr>
            <a:spLocks noGrp="1"/>
          </p:cNvSpPr>
          <p:nvPr>
            <p:ph type="ctrTitle"/>
          </p:nvPr>
        </p:nvSpPr>
        <p:spPr/>
        <p:txBody>
          <a:bodyPr/>
          <a:lstStyle/>
          <a:p>
            <a:r>
              <a:rPr lang="en-IN" dirty="0"/>
              <a:t>Target Audience detail</a:t>
            </a:r>
          </a:p>
        </p:txBody>
      </p:sp>
    </p:spTree>
    <p:extLst>
      <p:ext uri="{BB962C8B-B14F-4D97-AF65-F5344CB8AC3E}">
        <p14:creationId xmlns:p14="http://schemas.microsoft.com/office/powerpoint/2010/main" val="16930604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9FBF419-852C-0365-CD35-BBBD03E7DEF3}"/>
              </a:ext>
            </a:extLst>
          </p:cNvPr>
          <p:cNvSpPr>
            <a:spLocks noGrp="1"/>
          </p:cNvSpPr>
          <p:nvPr>
            <p:ph type="sldNum" sz="quarter" idx="4"/>
          </p:nvPr>
        </p:nvSpPr>
        <p:spPr/>
        <p:txBody>
          <a:bodyPr/>
          <a:lstStyle/>
          <a:p>
            <a:fld id="{58FB4751-880F-D840-AAA9-3A15815CC996}" type="slidenum">
              <a:rPr lang="en-US" smtClean="0"/>
              <a:pPr/>
              <a:t>11</a:t>
            </a:fld>
            <a:endParaRPr lang="en-US" dirty="0"/>
          </a:p>
        </p:txBody>
      </p:sp>
      <p:pic>
        <p:nvPicPr>
          <p:cNvPr id="4" name="Picture 3">
            <a:extLst>
              <a:ext uri="{FF2B5EF4-FFF2-40B4-BE49-F238E27FC236}">
                <a16:creationId xmlns:a16="http://schemas.microsoft.com/office/drawing/2014/main" id="{50CEB601-2198-6B21-EA0B-96CA53FF9728}"/>
              </a:ext>
            </a:extLst>
          </p:cNvPr>
          <p:cNvPicPr>
            <a:picLocks noChangeAspect="1"/>
          </p:cNvPicPr>
          <p:nvPr/>
        </p:nvPicPr>
        <p:blipFill>
          <a:blip r:embed="rId2"/>
          <a:stretch>
            <a:fillRect/>
          </a:stretch>
        </p:blipFill>
        <p:spPr>
          <a:xfrm>
            <a:off x="532622" y="275253"/>
            <a:ext cx="9461241" cy="6307494"/>
          </a:xfrm>
          <a:prstGeom prst="rect">
            <a:avLst/>
          </a:prstGeom>
        </p:spPr>
      </p:pic>
    </p:spTree>
    <p:extLst>
      <p:ext uri="{BB962C8B-B14F-4D97-AF65-F5344CB8AC3E}">
        <p14:creationId xmlns:p14="http://schemas.microsoft.com/office/powerpoint/2010/main" val="36963509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1216F-104F-93F4-A135-378848E1F0F4}"/>
              </a:ext>
            </a:extLst>
          </p:cNvPr>
          <p:cNvSpPr>
            <a:spLocks noGrp="1"/>
          </p:cNvSpPr>
          <p:nvPr>
            <p:ph type="title"/>
          </p:nvPr>
        </p:nvSpPr>
        <p:spPr>
          <a:xfrm>
            <a:off x="0" y="-158621"/>
            <a:ext cx="10360152" cy="914400"/>
          </a:xfrm>
        </p:spPr>
        <p:txBody>
          <a:bodyPr/>
          <a:lstStyle/>
          <a:p>
            <a:r>
              <a:rPr lang="en-IN" dirty="0"/>
              <a:t>SUMMARY</a:t>
            </a:r>
          </a:p>
        </p:txBody>
      </p:sp>
      <p:sp>
        <p:nvSpPr>
          <p:cNvPr id="4" name="Slide Number Placeholder 3">
            <a:extLst>
              <a:ext uri="{FF2B5EF4-FFF2-40B4-BE49-F238E27FC236}">
                <a16:creationId xmlns:a16="http://schemas.microsoft.com/office/drawing/2014/main" id="{E550DC28-5A63-052A-227E-2499900CA41B}"/>
              </a:ext>
            </a:extLst>
          </p:cNvPr>
          <p:cNvSpPr>
            <a:spLocks noGrp="1"/>
          </p:cNvSpPr>
          <p:nvPr>
            <p:ph type="sldNum" sz="quarter" idx="4"/>
          </p:nvPr>
        </p:nvSpPr>
        <p:spPr/>
        <p:txBody>
          <a:bodyPr/>
          <a:lstStyle/>
          <a:p>
            <a:fld id="{58FB4751-880F-D840-AAA9-3A15815CC996}" type="slidenum">
              <a:rPr lang="en-US" smtClean="0"/>
              <a:pPr/>
              <a:t>12</a:t>
            </a:fld>
            <a:endParaRPr lang="en-US" dirty="0"/>
          </a:p>
        </p:txBody>
      </p:sp>
      <p:sp>
        <p:nvSpPr>
          <p:cNvPr id="6" name="TextBox 5">
            <a:extLst>
              <a:ext uri="{FF2B5EF4-FFF2-40B4-BE49-F238E27FC236}">
                <a16:creationId xmlns:a16="http://schemas.microsoft.com/office/drawing/2014/main" id="{D2E3B168-85C9-DC91-9D99-41500A1E015F}"/>
              </a:ext>
            </a:extLst>
          </p:cNvPr>
          <p:cNvSpPr txBox="1"/>
          <p:nvPr/>
        </p:nvSpPr>
        <p:spPr>
          <a:xfrm>
            <a:off x="176784" y="839754"/>
            <a:ext cx="8929893" cy="4247317"/>
          </a:xfrm>
          <a:prstGeom prst="rect">
            <a:avLst/>
          </a:prstGeom>
          <a:noFill/>
        </p:spPr>
        <p:txBody>
          <a:bodyPr wrap="square">
            <a:spAutoFit/>
          </a:bodyPr>
          <a:lstStyle/>
          <a:p>
            <a:r>
              <a:rPr lang="en-IN" dirty="0">
                <a:latin typeface="Aptos" panose="020B0004020202020204" pitchFamily="34" charset="0"/>
              </a:rPr>
              <a:t>This project presents a comprehensive Facebook advertising campaign for The Ivory Whisk, a premium bakery brand specializing in cakes, pastries, and baked delicacies. The campaign is designed to increase brand awareness, engage potential customers, and generate inquiries and orders through strategic digital marketing . The campaign targets individuals aged 18–45 in Mysuru who are interested in bakery products, desserts, celebrations, and online shopping. Using Facebook and Instagram advertising, the campaign employs a mix of image, carousel, video, and story ads to showcase the bakery's products and attract customers . A budget of ₹7,500 has been allocated across awareness, engagement, and lead-generation objectives, with Facebook's lowest-cost bidding strategy used to maximize campaign performance. The expected outcomes include increased brand visibility, higher social media engagement, growth in followers, and more customer inquiries for custom cakes and bakery products . Overall, the project demonstrates how social media advertising can help The Ivory Whisk strengthen its online presence, connect with its target audience, and drive business growth in a competitive market.</a:t>
            </a:r>
          </a:p>
        </p:txBody>
      </p:sp>
    </p:spTree>
    <p:extLst>
      <p:ext uri="{BB962C8B-B14F-4D97-AF65-F5344CB8AC3E}">
        <p14:creationId xmlns:p14="http://schemas.microsoft.com/office/powerpoint/2010/main" val="29995230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7872E-FCCE-1A49-C2E7-9D6823B4E7D9}"/>
              </a:ext>
            </a:extLst>
          </p:cNvPr>
          <p:cNvSpPr>
            <a:spLocks noGrp="1"/>
          </p:cNvSpPr>
          <p:nvPr>
            <p:ph type="ctrTitle"/>
          </p:nvPr>
        </p:nvSpPr>
        <p:spPr>
          <a:xfrm>
            <a:off x="2875353" y="1828800"/>
            <a:ext cx="10360152" cy="5029200"/>
          </a:xfrm>
        </p:spPr>
        <p:txBody>
          <a:bodyPr/>
          <a:lstStyle/>
          <a:p>
            <a:r>
              <a:rPr lang="en-IN" dirty="0"/>
              <a:t>THANK YOU </a:t>
            </a:r>
            <a:br>
              <a:rPr lang="en-IN" dirty="0"/>
            </a:br>
            <a:endParaRPr lang="en-IN" dirty="0"/>
          </a:p>
        </p:txBody>
      </p:sp>
    </p:spTree>
    <p:extLst>
      <p:ext uri="{BB962C8B-B14F-4D97-AF65-F5344CB8AC3E}">
        <p14:creationId xmlns:p14="http://schemas.microsoft.com/office/powerpoint/2010/main" val="3089231084"/>
      </p:ext>
    </p:extLst>
  </p:cSld>
  <p:clrMapOvr>
    <a:masterClrMapping/>
  </p:clrMapOvr>
</p:sld>
</file>

<file path=ppt/theme/theme1.xml><?xml version="1.0" encoding="utf-8"?>
<a:theme xmlns:a="http://schemas.openxmlformats.org/drawingml/2006/main" name="Custom">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64407_win32_SD_v20" id="{3EA9D323-E7D5-42E3-83AA-4E89B21FB6B6}" vid="{BDF16A16-3A0E-4332-958C-C5797045A0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1249AD37-9510-4A2D-B790-12C439A83F93}">
  <ds:schemaRefs>
    <ds:schemaRef ds:uri="http://schemas.microsoft.com/sharepoint/v3/contenttype/forms"/>
  </ds:schemaRefs>
</ds:datastoreItem>
</file>

<file path=customXml/itemProps2.xml><?xml version="1.0" encoding="utf-8"?>
<ds:datastoreItem xmlns:ds="http://schemas.openxmlformats.org/officeDocument/2006/customXml" ds:itemID="{4D8B1D1D-0064-435C-8533-29A36067B8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5DF9CEC-52C2-4D14-B2F5-11176002A8B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{AAAAF1A7-563E-47FC-B81B-0956D457F618}tf11964407_win32</Template>
  <TotalTime>70</TotalTime>
  <Words>790</Words>
  <Application>Microsoft Office PowerPoint</Application>
  <PresentationFormat>Widescreen</PresentationFormat>
  <Paragraphs>38</Paragraphs>
  <Slides>13</Slides>
  <Notes>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13</vt:i4>
      </vt:variant>
    </vt:vector>
  </HeadingPairs>
  <TitlesOfParts>
    <vt:vector size="22" baseType="lpstr">
      <vt:lpstr>Algerian</vt:lpstr>
      <vt:lpstr>Aptos</vt:lpstr>
      <vt:lpstr>Arial</vt:lpstr>
      <vt:lpstr>Bahnschrift Condensed</vt:lpstr>
      <vt:lpstr>Calibri</vt:lpstr>
      <vt:lpstr>Courier New</vt:lpstr>
      <vt:lpstr>Gill Sans Nova Light</vt:lpstr>
      <vt:lpstr>Sagona Book</vt:lpstr>
      <vt:lpstr>Custom</vt:lpstr>
      <vt:lpstr>THE IVORY WHISK                  - Where every BITE is a MASTERPIECE</vt:lpstr>
      <vt:lpstr>agenda</vt:lpstr>
      <vt:lpstr>INTRODUCTION</vt:lpstr>
      <vt:lpstr>Campaign objectives</vt:lpstr>
      <vt:lpstr>PowerPoint Presentation</vt:lpstr>
      <vt:lpstr>BID AND ALLOCATIONS</vt:lpstr>
      <vt:lpstr>The Facebook advertising campaign for The Ivory Whisk will use the Lowest Cost Bidding Strategy, allowing Facebook to automatically optimize ad delivery and achieve the maximum results within the allocated budget .   Campaign Budget Total Campaign Budget: ₹7,500  Campaign Duration: 15 Days  Daily Budget: ₹500Budget   Allocation Awareness Campaign: 40% (₹3,000)Focus on reaching new audiences and increasing brand visibility .  Engagement Campaign: 35% (₹2,625)Encourage likes, comments, shares, and page follows .   Lead Generation Campaign: 25% (₹1,875)Generate inquiries for custom cakes, events, and special orders .  Expected Outcomes Reach: 20,000–30,000  people Engagement: 1,000+ interactions Leads: 50+ customer inquiries   This budget allocation ensures balanced spending across awareness, engagement, and lead generation objectives while maximizing overall campaign performance. </vt:lpstr>
      <vt:lpstr>AD FORMAT PREFRENCE</vt:lpstr>
      <vt:lpstr>PowerPoint Presentation</vt:lpstr>
      <vt:lpstr>Target Audience detail</vt:lpstr>
      <vt:lpstr>PowerPoint Presentation</vt:lpstr>
      <vt:lpstr>SUMMARY</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Naman Jain</dc:creator>
  <cp:lastModifiedBy>Naman Jain</cp:lastModifiedBy>
  <cp:revision>1</cp:revision>
  <dcterms:created xsi:type="dcterms:W3CDTF">2026-06-11T13:52:07Z</dcterms:created>
  <dcterms:modified xsi:type="dcterms:W3CDTF">2026-06-12T10:50:18Z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